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3AF691-9D1C-494D-9BB9-D59981D5AFB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31598-7845-4B5A-9396-3F8B7B59D936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dt" idx="38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BF1C21-67CD-46F6-AC90-59FB8B793AE7}" type="datetime1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13/12/2025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C5065C-A986-4FFB-87B3-F382C4714ECD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dt" idx="40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8631FA-B0D1-4204-B2D3-5F846874E612}" type="datetime1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13/12/2025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8F959C-36ED-404B-A0FC-EDBDA432CB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34BC8-904D-40D2-9815-3EB3AEFBDA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C8B16C-0300-4C84-9A03-64D692B9A5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252477-2DF7-4995-8AD3-6FCF49BD78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010A3C-7638-4682-AB5B-8EED48B4F4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9BE041-069C-43EB-A978-0D588D4AB4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7D4BBC-982A-4B6C-96FA-52ABF7A899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223E1A-9B88-4CD4-8092-A995A6F1B79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A96864-EA40-4D63-8D44-9DDFDEB233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54CA3-B7A9-41E2-AA66-B999651426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62AA1-F320-4DE8-B39F-58FBD4F177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tawsifurrahman/covid19-radiography-database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1219320"/>
            <a:ext cx="7772040" cy="28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M.Tech in Computer Science Engineering</a:t>
            </a:r>
            <a:br>
              <a:rPr sz="2400"/>
            </a:b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Internship Review - 2</a:t>
            </a:r>
            <a:br>
              <a:rPr sz="3100"/>
            </a:br>
            <a:r>
              <a:rPr b="1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“Xception-Powered Deep Neural Network for Radiographic Analysis</a:t>
            </a: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”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380880" y="4114800"/>
            <a:ext cx="8229240" cy="26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Veerasagar S 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1RV24SCS17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Internal Guide Name: </a:t>
            </a: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Dr. Soumya A                             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External Guide Name: </a:t>
            </a: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Dr. M S Srividya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Designation: Professor                                                   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Designation: Professor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Organization: R. V. College Of Engineering                  Organization: R. V. College Of Engineering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7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4" descr=""/>
          <p:cNvPicPr/>
          <p:nvPr/>
        </p:nvPicPr>
        <p:blipFill>
          <a:blip r:embed="rId2"/>
          <a:stretch/>
        </p:blipFill>
        <p:spPr>
          <a:xfrm>
            <a:off x="7924680" y="530280"/>
            <a:ext cx="875520" cy="85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8" descr=""/>
          <p:cNvPicPr/>
          <p:nvPr/>
        </p:nvPicPr>
        <p:blipFill>
          <a:blip r:embed="rId3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F14A90-1827-4467-857B-77DA7CC06567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32000" y="7621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Table of Contents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32000" y="18396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Interim Outcome Summary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Importance of Resource Management in Internship work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Environment and Sustainability related to Internship work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Final Outcome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9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6652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6" descr=""/>
          <p:cNvPicPr/>
          <p:nvPr/>
        </p:nvPicPr>
        <p:blipFill>
          <a:blip r:embed="rId2"/>
          <a:stretch/>
        </p:blipFill>
        <p:spPr>
          <a:xfrm>
            <a:off x="0" y="0"/>
            <a:ext cx="3580920" cy="11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D113E7-372C-4D8D-B414-25840AB8D7D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81320" y="11811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Interim Outcomes summary</a:t>
            </a:r>
            <a:br>
              <a:rPr sz="4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88520" y="1905120"/>
            <a:ext cx="8229240" cy="434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Learnt core python fundamentals and programming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Exposure to various python tools for data analysis and visualization such as matplotlib, numpy, pandas, seaborn, Librosa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Gained sound knowledge on Machine learning classification and regression algorithms such as KNN, decision tree, naive based etc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5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6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5670B-095A-44FC-966A-BCD2227877F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88520" y="1075320"/>
            <a:ext cx="8229240" cy="87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Contd..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88520" y="1905120"/>
            <a:ext cx="8229240" cy="434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Implementation of prediction analysis model using Neural Networks such as Artificial Neural networks, Convolutional Neural Networks and Recurrent Neural Networks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Exposure to testing methods involved in ML models like computing precision, accuracy, confusion matrix and many more.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5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6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2F32B-8359-408C-89A7-3E284C6EE83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8928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Contd..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6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8" descr=""/>
          <p:cNvPicPr/>
          <p:nvPr/>
        </p:nvPicPr>
        <p:blipFill>
          <a:blip r:embed="rId2"/>
          <a:stretch/>
        </p:blipFill>
        <p:spPr>
          <a:xfrm>
            <a:off x="762120" y="1822680"/>
            <a:ext cx="6933960" cy="241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11" descr=""/>
          <p:cNvPicPr/>
          <p:nvPr/>
        </p:nvPicPr>
        <p:blipFill>
          <a:blip r:embed="rId3"/>
          <a:stretch/>
        </p:blipFill>
        <p:spPr>
          <a:xfrm>
            <a:off x="1104840" y="4321800"/>
            <a:ext cx="5562360" cy="241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9" descr=""/>
          <p:cNvPicPr/>
          <p:nvPr/>
        </p:nvPicPr>
        <p:blipFill>
          <a:blip r:embed="rId4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BFFF7-0C3F-4F91-BC62-9687443437A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1345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55000" lnSpcReduction="19999"/>
          </a:bodyPr>
          <a:p>
            <a:pPr indent="0" algn="ctr" defTabSz="914400">
              <a:lnSpc>
                <a:spcPct val="100000"/>
              </a:lnSpc>
              <a:buNone/>
            </a:pPr>
            <a:br>
              <a:rPr sz="4400"/>
            </a:b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Environment and sustainability related to Internship work</a:t>
            </a:r>
            <a:br>
              <a:rPr sz="4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2488320"/>
            <a:ext cx="8229240" cy="362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project uses </a:t>
            </a: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deep learning and transfer learning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specifically the </a:t>
            </a: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Xception model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to automatically classify chest X-ray images into categories such as COVID-19, Normal, and Pneumonia. By leveraging advanced image-processing techniques and pre-trained neural networks, the system aims to improve diagnostic accuracy, reduce human error, and assist medical professionals in early disease detection.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Problem statement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defTabSz="9144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“Develop a deep learning model using transfer learning to accurately classify COVID-19 radiography images while handling data imbalance and improving diagnostic reliability.”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5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6" descr=""/>
          <p:cNvPicPr/>
          <p:nvPr/>
        </p:nvPicPr>
        <p:blipFill>
          <a:blip r:embed="rId2"/>
          <a:stretch/>
        </p:blipFill>
        <p:spPr>
          <a:xfrm>
            <a:off x="0" y="-1080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38C76-7224-4BE2-BF15-285900A6DF0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26960" y="10130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Contd..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2209680"/>
            <a:ext cx="8229240" cy="414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Picture 5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6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1" descr="A collage of x-ray images of a chest&#10;&#10;AI-generated content may be incorrect."/>
          <p:cNvPicPr/>
          <p:nvPr/>
        </p:nvPicPr>
        <p:blipFill>
          <a:blip r:embed="rId3"/>
          <a:stretch/>
        </p:blipFill>
        <p:spPr>
          <a:xfrm>
            <a:off x="1828800" y="1981080"/>
            <a:ext cx="5486400" cy="464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08C029-2503-4F3F-B015-C27A31442B8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1005120"/>
            <a:ext cx="8229240" cy="10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Program-Specific</a:t>
            </a:r>
            <a:r>
              <a:rPr b="1" lang="en-IN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 Skills and Tool Application  </a:t>
            </a: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b="1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analysis of X-rays is time-consuming and prone to human error.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Radiologists experience fatigue → reduced accuracy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Deep learning provides: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Rapid screening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Consistent predictions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Improved sensitivity for COVID detection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Useful in remote or resource-limited settings.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3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4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3AF737-8363-4ACF-8240-A97334BBF1C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1005120"/>
            <a:ext cx="8229240" cy="10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Why Xception Model?</a:t>
            </a:r>
            <a:endParaRPr b="1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Uses depth wise separable convolutions → highly efficient and accurate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Performs exceptionally well on medical images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Pre-trained on millions of images (ImageNet)Reduces training time and improves generalization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Excellent at capturing: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Lung opacities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Structural patterns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Texture variations associated with COVID-19.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17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8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73FCB9-76D7-4E2C-A31D-528CF03DD8B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1005120"/>
            <a:ext cx="8229240" cy="10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R</a:t>
            </a:r>
            <a:r>
              <a:rPr b="1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esults</a:t>
            </a: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algn="just" defTabSz="914400">
              <a:lnSpc>
                <a:spcPct val="150000"/>
              </a:lnSpc>
              <a:spcBef>
                <a:spcPts val="561"/>
              </a:spcBef>
              <a:buNone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10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12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5" descr="A black screen with white text&#10;&#10;AI-generated content may be incorrect."/>
          <p:cNvPicPr/>
          <p:nvPr/>
        </p:nvPicPr>
        <p:blipFill>
          <a:blip r:embed="rId3"/>
          <a:stretch/>
        </p:blipFill>
        <p:spPr>
          <a:xfrm>
            <a:off x="173880" y="2057400"/>
            <a:ext cx="5644440" cy="285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6" descr="A screenshot of a computer screen&#10;&#10;AI-generated content may be incorrect."/>
          <p:cNvPicPr/>
          <p:nvPr/>
        </p:nvPicPr>
        <p:blipFill>
          <a:blip r:embed="rId4"/>
          <a:stretch/>
        </p:blipFill>
        <p:spPr>
          <a:xfrm>
            <a:off x="3657600" y="3742200"/>
            <a:ext cx="5132520" cy="265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655BF-BF00-43AD-91F8-62D136EA907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1005120"/>
            <a:ext cx="8229240" cy="10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2201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project demonstrates that deep learning can effectively classify chest X-ray images for COVID-19 diagnosis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Xception-based transfer learning model achieved high accuracy and strong generalization across multiple radiographic classes.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system provides a fast, reliable, and scalable tool to support radiologists in early COVID-19 detection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Automated classification reduces manual workload and minimizes human error in radiographic interpretation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project highlights the potential of AI-driven solutions to improve medical diagnostics, especially during large-scale outbreaks.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2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68378-6772-4AF2-A429-4419B6CE0FDC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1005120"/>
            <a:ext cx="8229240" cy="10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T. Rahman et al., “COVID-19 Radiography Database,” Kaggle, 2020. [Online]. Available: </a:t>
            </a:r>
            <a:r>
              <a:rPr b="0" lang="en-IN" sz="1600" strike="noStrike" u="none">
                <a:solidFill>
                  <a:srgbClr val="0097a7"/>
                </a:solidFill>
                <a:effectLst/>
                <a:uFillTx/>
                <a:latin typeface="Arial"/>
                <a:ea typeface="Calibri"/>
                <a:hlinkClick r:id="rId1"/>
              </a:rPr>
              <a:t>https://www.kaggle.com/datasets/tawsifurrahman/covid19-radiography-database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F. Chollet, “Xception: Deep Learning with Depthwise Separable Convolutions,” in Proc. IEEE Conf. Comput. Vis. Pattern Recognit. (CVPR), 2017, pp. 1251–1258.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A. Krizhevsky, I. Sutskever, and G. E. Hinton, “ImageNet Classification with Deep Convolutional Neural Networks,” Commun. ACM, vol. 60, no. 6, pp. 84–90, 2017.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S. Minaee et al., “Deep-COVID: Predicting COVID-19 from Chest X-Ray Images Using Deep Transfer Learning,” Med. Image Anal., vol. 65, p. 101794, 2020.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L. Wang, Z. Q. Lin, and A. Wong, “COVID-Net: A Tailored Deep Convolutional Neural Network Design for Detection of COVID-19 Cases from Chest X-ray Images,” Sci. Rep., vol. 10, pp. 1–12, Aug. 2020.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P. K. Sethy and S. K. Behera, “Detection of Coronavirus Disease (COVID-19) Based on Deep Features,” Preprint, Mar. 2020. [Online]. Available: https://doi.org/10.13140/RG.2.2.21946.93125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5" descr=""/>
          <p:cNvPicPr/>
          <p:nvPr/>
        </p:nvPicPr>
        <p:blipFill>
          <a:blip r:embed="rId2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6" descr=""/>
          <p:cNvPicPr/>
          <p:nvPr/>
        </p:nvPicPr>
        <p:blipFill>
          <a:blip r:embed="rId3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FE4E9F-F7CD-454E-8720-8C280823E02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1005120"/>
            <a:ext cx="8229240" cy="10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Contd..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9240" cy="42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Chi-Yuan Koh, Jaw-Yuan Chang , Chiang-Lin Tai , Da- Yo Huang, </a:t>
            </a: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“Bird Sound Classification using Convolutional Neural Networks”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, Jr.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Helvetica Neue"/>
              </a:rPr>
              <a:t> Springer Publications, arXiv:2007.07966 , 2019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24000" indent="-343080" algn="just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Aarti Madhavi, Rajni Pamnani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</a:t>
            </a: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“</a:t>
            </a: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Deep Learning Based Audio Classifier for Bird Species</a:t>
            </a: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”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ISSN-2455-2631, IJSDR Vol3, Oct 2018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24000" indent="-343080" algn="just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Stefan Kahl , Thomas Wilhelm-Stein , Holger Klinck , Danny Kowerko, </a:t>
            </a: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“Recognizing Birds from Sound - The 2018 BirdCLEF Baseline System”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, arXIV:1804.07177v1, vol 1, Apr 2018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24000" indent="-343080" algn="just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Somervuo, P., Harma, A., &amp; Fagerlund, S, </a:t>
            </a: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“Parametric representations of bird sounds for automatic species recognition”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, IEEE Transactions on Audio, Speech and Language Processing, 14, 2252– 2263, 2016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1199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5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6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495FD-A124-4F95-AD60-C9F71084BB9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36232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IN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THANK YOU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4" descr=""/>
          <p:cNvPicPr/>
          <p:nvPr/>
        </p:nvPicPr>
        <p:blipFill>
          <a:blip r:embed="rId1">
            <a:alphaModFix amt="0"/>
          </a:blip>
          <a:srcRect l="60687" t="27968" r="-5" b="-53"/>
          <a:stretch/>
        </p:blipFill>
        <p:spPr>
          <a:xfrm>
            <a:off x="6400800" y="123120"/>
            <a:ext cx="2657880" cy="4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5" descr=""/>
          <p:cNvPicPr/>
          <p:nvPr/>
        </p:nvPicPr>
        <p:blipFill>
          <a:blip r:embed="rId2"/>
          <a:stretch/>
        </p:blipFill>
        <p:spPr>
          <a:xfrm>
            <a:off x="0" y="0"/>
            <a:ext cx="378108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7EACBE-8C48-4E60-B216-ADF2E7799857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2866</TotalTime>
  <Application>LibreOffice/25.8.3.2$Linux_X86_64 LibreOffice_project/580$Build-2</Application>
  <AppVersion>15.0000</AppVersion>
  <Words>631</Words>
  <Paragraphs>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MAMATHA</dc:creator>
  <dc:description/>
  <dc:language>en-US</dc:language>
  <cp:lastModifiedBy/>
  <dcterms:modified xsi:type="dcterms:W3CDTF">2025-12-13T01:35:17Z</dcterms:modified>
  <cp:revision>76</cp:revision>
  <dc:subject/>
  <dc:title>MTech in Software Engineering/Information technology  Internship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(4:3)</vt:lpwstr>
  </property>
  <property fmtid="{D5CDD505-2E9C-101B-9397-08002B2CF9AE}" pid="4" name="Slides">
    <vt:i4>12</vt:i4>
  </property>
</Properties>
</file>