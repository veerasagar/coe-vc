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12"/>
  </p:notesMasterIdLst>
  <p:sldIdLst>
    <p:sldId id="256" r:id="rId2"/>
    <p:sldId id="257" r:id="rId3"/>
    <p:sldId id="268" r:id="rId4"/>
    <p:sldId id="258" r:id="rId5"/>
    <p:sldId id="269" r:id="rId6"/>
    <p:sldId id="270" r:id="rId7"/>
    <p:sldId id="263" r:id="rId8"/>
    <p:sldId id="264" r:id="rId9"/>
    <p:sldId id="266" r:id="rId10"/>
    <p:sldId id="267" r:id="rId11"/>
  </p:sldIdLst>
  <p:sldSz cx="20107275" cy="11310938"/>
  <p:notesSz cx="6858000" cy="9144000"/>
  <p:embeddedFontLst>
    <p:embeddedFont>
      <p:font typeface="Algerian" panose="04020705040A02060702" pitchFamily="82" charset="0"/>
      <p:regular r:id="rId13"/>
    </p:embeddedFont>
    <p:embeddedFont>
      <p:font typeface="Arial Black" panose="020B0A04020102020204" pitchFamily="34" charset="0"/>
      <p:regular r:id="rId14"/>
      <p:bold r:id="rId1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563">
          <p15:clr>
            <a:srgbClr val="000000"/>
          </p15:clr>
        </p15:guide>
        <p15:guide id="2" pos="6333">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86965A4-4BA8-4662-854A-DF7913A153A0}">
  <a:tblStyle styleId="{786965A4-4BA8-4662-854A-DF7913A153A0}"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F1F5"/>
          </a:solidFill>
        </a:fill>
      </a:tcStyle>
    </a:wholeTbl>
    <a:band1H>
      <a:tcTxStyle/>
      <a:tcStyle>
        <a:tcBdr/>
        <a:fill>
          <a:solidFill>
            <a:srgbClr val="CEE2EA"/>
          </a:solidFill>
        </a:fill>
      </a:tcStyle>
    </a:band1H>
    <a:band2H>
      <a:tcTxStyle/>
      <a:tcStyle>
        <a:tcBdr/>
      </a:tcStyle>
    </a:band2H>
    <a:band1V>
      <a:tcTxStyle/>
      <a:tcStyle>
        <a:tcBdr/>
        <a:fill>
          <a:solidFill>
            <a:srgbClr val="CEE2EA"/>
          </a:solidFill>
        </a:fill>
      </a:tcStyle>
    </a:band1V>
    <a:band2V>
      <a:tcTxStyle/>
      <a:tcStyle>
        <a:tcBdr/>
      </a:tcStyle>
    </a:band2V>
    <a:lastCol>
      <a:tcTxStyle b="on" i="off">
        <a:font>
          <a:latin typeface="Calibri"/>
          <a:ea typeface="Calibri"/>
          <a:cs typeface="Calibri"/>
        </a:font>
        <a:schemeClr val="lt1"/>
      </a:tcTxStyle>
      <a:tcStyle>
        <a:tcBdr/>
        <a:fill>
          <a:solidFill>
            <a:schemeClr val="accent5"/>
          </a:solidFill>
        </a:fill>
      </a:tcStyle>
    </a:lastCol>
    <a:firstCol>
      <a:tcTxStyle b="on" i="off">
        <a:font>
          <a:latin typeface="Calibri"/>
          <a:ea typeface="Calibri"/>
          <a:cs typeface="Calibri"/>
        </a:font>
        <a:schemeClr val="lt1"/>
      </a:tcTxStyle>
      <a:tcStyle>
        <a:tcBdr/>
        <a:fill>
          <a:solidFill>
            <a:schemeClr val="accent5"/>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7" d="100"/>
          <a:sy n="37" d="100"/>
        </p:scale>
        <p:origin x="848" y="32"/>
      </p:cViewPr>
      <p:guideLst>
        <p:guide orient="horz" pos="3563"/>
        <p:guide pos="633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3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5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3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5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3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5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01" name="Google Shape;10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0" name="Google Shape;110;p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9" name="Google Shape;119;p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E28FF2A7-DCC2-E03A-E627-02D993CB36CC}"/>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7E0C2D5F-4259-75C0-2B0C-2F36BE7CB963}"/>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9" name="Google Shape;119;p4:notes">
            <a:extLst>
              <a:ext uri="{FF2B5EF4-FFF2-40B4-BE49-F238E27FC236}">
                <a16:creationId xmlns:a16="http://schemas.microsoft.com/office/drawing/2014/main" id="{B050C5AA-033A-D6AA-1CF7-F1858E4D8DC6}"/>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3901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a:extLst>
            <a:ext uri="{FF2B5EF4-FFF2-40B4-BE49-F238E27FC236}">
              <a16:creationId xmlns:a16="http://schemas.microsoft.com/office/drawing/2014/main" id="{BCA7180F-8CDA-4983-00C2-C69B5C1FB131}"/>
            </a:ext>
          </a:extLst>
        </p:cNvPr>
        <p:cNvGrpSpPr/>
        <p:nvPr/>
      </p:nvGrpSpPr>
      <p:grpSpPr>
        <a:xfrm>
          <a:off x="0" y="0"/>
          <a:ext cx="0" cy="0"/>
          <a:chOff x="0" y="0"/>
          <a:chExt cx="0" cy="0"/>
        </a:xfrm>
      </p:grpSpPr>
      <p:sp>
        <p:nvSpPr>
          <p:cNvPr id="148" name="Google Shape;148;p5:notes">
            <a:extLst>
              <a:ext uri="{FF2B5EF4-FFF2-40B4-BE49-F238E27FC236}">
                <a16:creationId xmlns:a16="http://schemas.microsoft.com/office/drawing/2014/main" id="{FC7B812B-C51A-E07A-3294-428BC7DBAACA}"/>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9" name="Google Shape;149;p5:notes">
            <a:extLst>
              <a:ext uri="{FF2B5EF4-FFF2-40B4-BE49-F238E27FC236}">
                <a16:creationId xmlns:a16="http://schemas.microsoft.com/office/drawing/2014/main" id="{DFFB5E77-CD55-EED4-A526-21C9F1CA7168}"/>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08208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9" name="Google Shape;149;p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5" name="Google Shape;155;p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8" name="Google Shape;178;p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4" name="Google Shape;184;p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5237" y="10556875"/>
            <a:ext cx="20102039" cy="754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5" y="10447223"/>
            <a:ext cx="20102039" cy="1055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809655" y="1251744"/>
            <a:ext cx="16588502" cy="5881688"/>
          </a:xfrm>
        </p:spPr>
        <p:txBody>
          <a:bodyPr anchor="b">
            <a:normAutofit/>
          </a:bodyPr>
          <a:lstStyle>
            <a:lvl1pPr algn="l">
              <a:lnSpc>
                <a:spcPct val="85000"/>
              </a:lnSpc>
              <a:defRPr sz="13194" spc="-82"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814225" y="7348679"/>
            <a:ext cx="16588502" cy="1885156"/>
          </a:xfrm>
        </p:spPr>
        <p:txBody>
          <a:bodyPr lIns="91440" rIns="91440">
            <a:normAutofit/>
          </a:bodyPr>
          <a:lstStyle>
            <a:lvl1pPr marL="0" indent="0" algn="l">
              <a:buNone/>
              <a:defRPr sz="3958" cap="all" spc="330" baseline="0">
                <a:solidFill>
                  <a:schemeClr val="tx2"/>
                </a:solidFill>
                <a:latin typeface="+mj-lt"/>
              </a:defRPr>
            </a:lvl1pPr>
            <a:lvl2pPr marL="754014" indent="0" algn="ctr">
              <a:buNone/>
              <a:defRPr sz="3958"/>
            </a:lvl2pPr>
            <a:lvl3pPr marL="1508028" indent="0" algn="ctr">
              <a:buNone/>
              <a:defRPr sz="3958"/>
            </a:lvl3pPr>
            <a:lvl4pPr marL="2262043" indent="0" algn="ctr">
              <a:buNone/>
              <a:defRPr sz="3298"/>
            </a:lvl4pPr>
            <a:lvl5pPr marL="3016057" indent="0" algn="ctr">
              <a:buNone/>
              <a:defRPr sz="3298"/>
            </a:lvl5pPr>
            <a:lvl6pPr marL="3770071" indent="0" algn="ctr">
              <a:buNone/>
              <a:defRPr sz="3298"/>
            </a:lvl6pPr>
            <a:lvl7pPr marL="4524085" indent="0" algn="ctr">
              <a:buNone/>
              <a:defRPr sz="3298"/>
            </a:lvl7pPr>
            <a:lvl8pPr marL="5278100" indent="0" algn="ctr">
              <a:buNone/>
              <a:defRPr sz="3298"/>
            </a:lvl8pPr>
            <a:lvl9pPr marL="6032114" indent="0" algn="ctr">
              <a:buNone/>
              <a:defRPr sz="329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9" name="Straight Connector 8"/>
          <p:cNvCxnSpPr/>
          <p:nvPr/>
        </p:nvCxnSpPr>
        <p:spPr>
          <a:xfrm>
            <a:off x="1991692" y="7163594"/>
            <a:ext cx="16286893"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6287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599319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5237" y="10556875"/>
            <a:ext cx="20102039" cy="754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5" y="10447223"/>
            <a:ext cx="20102039" cy="1055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809655" y="1251744"/>
            <a:ext cx="16588502" cy="5881688"/>
          </a:xfrm>
        </p:spPr>
        <p:txBody>
          <a:bodyPr anchor="b" anchorCtr="0">
            <a:normAutofit/>
          </a:bodyPr>
          <a:lstStyle>
            <a:lvl1pPr>
              <a:lnSpc>
                <a:spcPct val="85000"/>
              </a:lnSpc>
              <a:defRPr sz="13194"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809655" y="7344569"/>
            <a:ext cx="16588502" cy="1885156"/>
          </a:xfrm>
        </p:spPr>
        <p:txBody>
          <a:bodyPr lIns="91440" rIns="91440" anchor="t" anchorCtr="0">
            <a:normAutofit/>
          </a:bodyPr>
          <a:lstStyle>
            <a:lvl1pPr marL="0" indent="0">
              <a:buNone/>
              <a:defRPr sz="3958" cap="all" spc="330" baseline="0">
                <a:solidFill>
                  <a:schemeClr val="tx2"/>
                </a:solidFill>
                <a:latin typeface="+mj-lt"/>
              </a:defRPr>
            </a:lvl1pPr>
            <a:lvl2pPr marL="754014" indent="0">
              <a:buNone/>
              <a:defRPr sz="2969">
                <a:solidFill>
                  <a:schemeClr val="tx1">
                    <a:tint val="75000"/>
                  </a:schemeClr>
                </a:solidFill>
              </a:defRPr>
            </a:lvl2pPr>
            <a:lvl3pPr marL="1508028" indent="0">
              <a:buNone/>
              <a:defRPr sz="2639">
                <a:solidFill>
                  <a:schemeClr val="tx1">
                    <a:tint val="75000"/>
                  </a:schemeClr>
                </a:solidFill>
              </a:defRPr>
            </a:lvl3pPr>
            <a:lvl4pPr marL="2262043" indent="0">
              <a:buNone/>
              <a:defRPr sz="2309">
                <a:solidFill>
                  <a:schemeClr val="tx1">
                    <a:tint val="75000"/>
                  </a:schemeClr>
                </a:solidFill>
              </a:defRPr>
            </a:lvl4pPr>
            <a:lvl5pPr marL="3016057" indent="0">
              <a:buNone/>
              <a:defRPr sz="2309">
                <a:solidFill>
                  <a:schemeClr val="tx1">
                    <a:tint val="75000"/>
                  </a:schemeClr>
                </a:solidFill>
              </a:defRPr>
            </a:lvl5pPr>
            <a:lvl6pPr marL="3770071" indent="0">
              <a:buNone/>
              <a:defRPr sz="2309">
                <a:solidFill>
                  <a:schemeClr val="tx1">
                    <a:tint val="75000"/>
                  </a:schemeClr>
                </a:solidFill>
              </a:defRPr>
            </a:lvl6pPr>
            <a:lvl7pPr marL="4524085" indent="0">
              <a:buNone/>
              <a:defRPr sz="2309">
                <a:solidFill>
                  <a:schemeClr val="tx1">
                    <a:tint val="75000"/>
                  </a:schemeClr>
                </a:solidFill>
              </a:defRPr>
            </a:lvl7pPr>
            <a:lvl8pPr marL="5278100" indent="0">
              <a:buNone/>
              <a:defRPr sz="2309">
                <a:solidFill>
                  <a:schemeClr val="tx1">
                    <a:tint val="75000"/>
                  </a:schemeClr>
                </a:solidFill>
              </a:defRPr>
            </a:lvl8pPr>
            <a:lvl9pPr marL="6032114" indent="0">
              <a:buNone/>
              <a:defRPr sz="230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9" name="Straight Connector 8"/>
          <p:cNvCxnSpPr/>
          <p:nvPr/>
        </p:nvCxnSpPr>
        <p:spPr>
          <a:xfrm>
            <a:off x="1991692" y="7163594"/>
            <a:ext cx="16286893"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1269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809655" y="472697"/>
            <a:ext cx="16588502" cy="239274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809653" y="3044180"/>
            <a:ext cx="8143446" cy="663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254710" y="3044181"/>
            <a:ext cx="8143446" cy="663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552713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809655" y="472697"/>
            <a:ext cx="16588502" cy="2392742"/>
          </a:xfrm>
        </p:spPr>
        <p:txBody>
          <a:bodyPr/>
          <a:lstStyle/>
          <a:p>
            <a:r>
              <a:rPr lang="en-US"/>
              <a:t>Click to edit Master title style</a:t>
            </a:r>
            <a:endParaRPr lang="en-US" dirty="0"/>
          </a:p>
        </p:txBody>
      </p:sp>
      <p:sp>
        <p:nvSpPr>
          <p:cNvPr id="3" name="Text Placeholder 2"/>
          <p:cNvSpPr>
            <a:spLocks noGrp="1"/>
          </p:cNvSpPr>
          <p:nvPr>
            <p:ph type="body" idx="1"/>
          </p:nvPr>
        </p:nvSpPr>
        <p:spPr>
          <a:xfrm>
            <a:off x="1809655" y="3044704"/>
            <a:ext cx="8143446" cy="1214354"/>
          </a:xfrm>
        </p:spPr>
        <p:txBody>
          <a:bodyPr lIns="91440" rIns="91440" anchor="ctr">
            <a:normAutofit/>
          </a:bodyPr>
          <a:lstStyle>
            <a:lvl1pPr marL="0" indent="0">
              <a:buNone/>
              <a:defRPr sz="3298" b="0" cap="all" baseline="0">
                <a:solidFill>
                  <a:schemeClr val="tx2"/>
                </a:solidFill>
              </a:defRPr>
            </a:lvl1pPr>
            <a:lvl2pPr marL="754014" indent="0">
              <a:buNone/>
              <a:defRPr sz="3298" b="1"/>
            </a:lvl2pPr>
            <a:lvl3pPr marL="1508028" indent="0">
              <a:buNone/>
              <a:defRPr sz="2969" b="1"/>
            </a:lvl3pPr>
            <a:lvl4pPr marL="2262043" indent="0">
              <a:buNone/>
              <a:defRPr sz="2639" b="1"/>
            </a:lvl4pPr>
            <a:lvl5pPr marL="3016057" indent="0">
              <a:buNone/>
              <a:defRPr sz="2639" b="1"/>
            </a:lvl5pPr>
            <a:lvl6pPr marL="3770071" indent="0">
              <a:buNone/>
              <a:defRPr sz="2639" b="1"/>
            </a:lvl6pPr>
            <a:lvl7pPr marL="4524085" indent="0">
              <a:buNone/>
              <a:defRPr sz="2639" b="1"/>
            </a:lvl7pPr>
            <a:lvl8pPr marL="5278100" indent="0">
              <a:buNone/>
              <a:defRPr sz="2639" b="1"/>
            </a:lvl8pPr>
            <a:lvl9pPr marL="6032114" indent="0">
              <a:buNone/>
              <a:defRPr sz="2639" b="1"/>
            </a:lvl9pPr>
          </a:lstStyle>
          <a:p>
            <a:pPr lvl="0"/>
            <a:r>
              <a:rPr lang="en-US"/>
              <a:t>Click to edit Master text styles</a:t>
            </a:r>
          </a:p>
        </p:txBody>
      </p:sp>
      <p:sp>
        <p:nvSpPr>
          <p:cNvPr id="4" name="Content Placeholder 3"/>
          <p:cNvSpPr>
            <a:spLocks noGrp="1"/>
          </p:cNvSpPr>
          <p:nvPr>
            <p:ph sz="half" idx="2"/>
          </p:nvPr>
        </p:nvSpPr>
        <p:spPr>
          <a:xfrm>
            <a:off x="1809655" y="4259058"/>
            <a:ext cx="8143446" cy="55716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254710" y="3044704"/>
            <a:ext cx="8143446" cy="1214354"/>
          </a:xfrm>
        </p:spPr>
        <p:txBody>
          <a:bodyPr lIns="91440" rIns="91440" anchor="ctr">
            <a:normAutofit/>
          </a:bodyPr>
          <a:lstStyle>
            <a:lvl1pPr marL="0" indent="0">
              <a:buNone/>
              <a:defRPr sz="3298" b="0" cap="all" baseline="0">
                <a:solidFill>
                  <a:schemeClr val="tx2"/>
                </a:solidFill>
              </a:defRPr>
            </a:lvl1pPr>
            <a:lvl2pPr marL="754014" indent="0">
              <a:buNone/>
              <a:defRPr sz="3298" b="1"/>
            </a:lvl2pPr>
            <a:lvl3pPr marL="1508028" indent="0">
              <a:buNone/>
              <a:defRPr sz="2969" b="1"/>
            </a:lvl3pPr>
            <a:lvl4pPr marL="2262043" indent="0">
              <a:buNone/>
              <a:defRPr sz="2639" b="1"/>
            </a:lvl4pPr>
            <a:lvl5pPr marL="3016057" indent="0">
              <a:buNone/>
              <a:defRPr sz="2639" b="1"/>
            </a:lvl5pPr>
            <a:lvl6pPr marL="3770071" indent="0">
              <a:buNone/>
              <a:defRPr sz="2639" b="1"/>
            </a:lvl6pPr>
            <a:lvl7pPr marL="4524085" indent="0">
              <a:buNone/>
              <a:defRPr sz="2639" b="1"/>
            </a:lvl7pPr>
            <a:lvl8pPr marL="5278100" indent="0">
              <a:buNone/>
              <a:defRPr sz="2639" b="1"/>
            </a:lvl8pPr>
            <a:lvl9pPr marL="6032114" indent="0">
              <a:buNone/>
              <a:defRPr sz="2639" b="1"/>
            </a:lvl9pPr>
          </a:lstStyle>
          <a:p>
            <a:pPr lvl="0"/>
            <a:r>
              <a:rPr lang="en-US"/>
              <a:t>Click to edit Master text styles</a:t>
            </a:r>
          </a:p>
        </p:txBody>
      </p:sp>
      <p:sp>
        <p:nvSpPr>
          <p:cNvPr id="6" name="Content Placeholder 5"/>
          <p:cNvSpPr>
            <a:spLocks noGrp="1"/>
          </p:cNvSpPr>
          <p:nvPr>
            <p:ph sz="quarter" idx="4"/>
          </p:nvPr>
        </p:nvSpPr>
        <p:spPr>
          <a:xfrm>
            <a:off x="10254710" y="4259058"/>
            <a:ext cx="8143446" cy="55716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662713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934264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5237" y="10556875"/>
            <a:ext cx="20102039" cy="754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25" y="10447223"/>
            <a:ext cx="20102039" cy="1055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873114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27" y="0"/>
            <a:ext cx="6680640" cy="11310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662961" y="0"/>
            <a:ext cx="105563" cy="113109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54023" y="980279"/>
            <a:ext cx="5278160" cy="3770313"/>
          </a:xfrm>
        </p:spPr>
        <p:txBody>
          <a:bodyPr anchor="b">
            <a:normAutofit/>
          </a:bodyPr>
          <a:lstStyle>
            <a:lvl1pPr>
              <a:defRPr sz="5937"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917240" y="1206500"/>
            <a:ext cx="10707124" cy="86717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54023" y="4826000"/>
            <a:ext cx="5278160" cy="5573208"/>
          </a:xfrm>
        </p:spPr>
        <p:txBody>
          <a:bodyPr lIns="91440" rIns="91440">
            <a:normAutofit/>
          </a:bodyPr>
          <a:lstStyle>
            <a:lvl1pPr marL="0" indent="0">
              <a:buNone/>
              <a:defRPr sz="2474">
                <a:solidFill>
                  <a:srgbClr val="FFFFFF"/>
                </a:solidFill>
              </a:defRPr>
            </a:lvl1pPr>
            <a:lvl2pPr marL="754014" indent="0">
              <a:buNone/>
              <a:defRPr sz="1979"/>
            </a:lvl2pPr>
            <a:lvl3pPr marL="1508028" indent="0">
              <a:buNone/>
              <a:defRPr sz="1649"/>
            </a:lvl3pPr>
            <a:lvl4pPr marL="2262043" indent="0">
              <a:buNone/>
              <a:defRPr sz="1484"/>
            </a:lvl4pPr>
            <a:lvl5pPr marL="3016057" indent="0">
              <a:buNone/>
              <a:defRPr sz="1484"/>
            </a:lvl5pPr>
            <a:lvl6pPr marL="3770071" indent="0">
              <a:buNone/>
              <a:defRPr sz="1484"/>
            </a:lvl6pPr>
            <a:lvl7pPr marL="4524085" indent="0">
              <a:buNone/>
              <a:defRPr sz="1484"/>
            </a:lvl7pPr>
            <a:lvl8pPr marL="5278100" indent="0">
              <a:buNone/>
              <a:defRPr sz="1484"/>
            </a:lvl8pPr>
            <a:lvl9pPr marL="6032114" indent="0">
              <a:buNone/>
              <a:defRPr sz="1484"/>
            </a:lvl9pPr>
          </a:lstStyle>
          <a:p>
            <a:pPr lvl="0"/>
            <a:r>
              <a:rPr lang="en-US"/>
              <a:t>Click to edit Master text styles</a:t>
            </a:r>
          </a:p>
        </p:txBody>
      </p:sp>
      <p:sp>
        <p:nvSpPr>
          <p:cNvPr id="5" name="Date Placeholder 4"/>
          <p:cNvSpPr>
            <a:spLocks noGrp="1"/>
          </p:cNvSpPr>
          <p:nvPr>
            <p:ph type="dt" sz="half" idx="10"/>
          </p:nvPr>
        </p:nvSpPr>
        <p:spPr>
          <a:xfrm>
            <a:off x="767731" y="10654160"/>
            <a:ext cx="4318496" cy="602203"/>
          </a:xfrm>
        </p:spPr>
        <p:txBody>
          <a:bodyPr/>
          <a:lstStyle>
            <a:lvl1pPr algn="l">
              <a:defRPr/>
            </a:lvl1pPr>
          </a:lstStyle>
          <a:p>
            <a:endParaRPr lang="en-IN"/>
          </a:p>
        </p:txBody>
      </p:sp>
      <p:sp>
        <p:nvSpPr>
          <p:cNvPr id="6" name="Footer Placeholder 5"/>
          <p:cNvSpPr>
            <a:spLocks noGrp="1"/>
          </p:cNvSpPr>
          <p:nvPr>
            <p:ph type="ftr" sz="quarter" idx="11"/>
          </p:nvPr>
        </p:nvSpPr>
        <p:spPr>
          <a:xfrm>
            <a:off x="7917239" y="10654160"/>
            <a:ext cx="7665899" cy="602203"/>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489711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8169011"/>
            <a:ext cx="20102039" cy="314192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25" y="8106462"/>
            <a:ext cx="20102039" cy="1055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809655" y="8370094"/>
            <a:ext cx="16678985" cy="1357313"/>
          </a:xfrm>
        </p:spPr>
        <p:txBody>
          <a:bodyPr lIns="91440" tIns="0" rIns="91440" bIns="0" anchor="b">
            <a:noAutofit/>
          </a:bodyPr>
          <a:lstStyle>
            <a:lvl1pPr>
              <a:defRPr sz="5937"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6" y="0"/>
            <a:ext cx="20107250" cy="8106463"/>
          </a:xfrm>
          <a:blipFill>
            <a:blip r:embed="rId2"/>
            <a:stretch>
              <a:fillRect/>
            </a:stretch>
          </a:blipFill>
        </p:spPr>
        <p:txBody>
          <a:bodyPr lIns="457200" tIns="457200" anchor="t"/>
          <a:lstStyle>
            <a:lvl1pPr marL="0" indent="0">
              <a:buNone/>
              <a:defRPr sz="5277">
                <a:solidFill>
                  <a:schemeClr val="bg1"/>
                </a:solidFill>
              </a:defRPr>
            </a:lvl1pPr>
            <a:lvl2pPr marL="754014" indent="0">
              <a:buNone/>
              <a:defRPr sz="4618"/>
            </a:lvl2pPr>
            <a:lvl3pPr marL="1508028" indent="0">
              <a:buNone/>
              <a:defRPr sz="3958"/>
            </a:lvl3pPr>
            <a:lvl4pPr marL="2262043" indent="0">
              <a:buNone/>
              <a:defRPr sz="3298"/>
            </a:lvl4pPr>
            <a:lvl5pPr marL="3016057" indent="0">
              <a:buNone/>
              <a:defRPr sz="3298"/>
            </a:lvl5pPr>
            <a:lvl6pPr marL="3770071" indent="0">
              <a:buNone/>
              <a:defRPr sz="3298"/>
            </a:lvl6pPr>
            <a:lvl7pPr marL="4524085" indent="0">
              <a:buNone/>
              <a:defRPr sz="3298"/>
            </a:lvl7pPr>
            <a:lvl8pPr marL="5278100" indent="0">
              <a:buNone/>
              <a:defRPr sz="3298"/>
            </a:lvl8pPr>
            <a:lvl9pPr marL="6032114" indent="0">
              <a:buNone/>
              <a:defRPr sz="3298"/>
            </a:lvl9pPr>
          </a:lstStyle>
          <a:p>
            <a:r>
              <a:rPr lang="en-US"/>
              <a:t>Click icon to add picture</a:t>
            </a:r>
            <a:endParaRPr lang="en-US" dirty="0"/>
          </a:p>
        </p:txBody>
      </p:sp>
      <p:sp>
        <p:nvSpPr>
          <p:cNvPr id="4" name="Text Placeholder 3"/>
          <p:cNvSpPr>
            <a:spLocks noGrp="1"/>
          </p:cNvSpPr>
          <p:nvPr>
            <p:ph type="body" sz="half" idx="2"/>
          </p:nvPr>
        </p:nvSpPr>
        <p:spPr>
          <a:xfrm>
            <a:off x="1809655" y="9742486"/>
            <a:ext cx="16678985" cy="980281"/>
          </a:xfrm>
        </p:spPr>
        <p:txBody>
          <a:bodyPr lIns="91440" tIns="0" rIns="91440" bIns="0">
            <a:normAutofit/>
          </a:bodyPr>
          <a:lstStyle>
            <a:lvl1pPr marL="0" indent="0">
              <a:spcBef>
                <a:spcPts val="0"/>
              </a:spcBef>
              <a:spcAft>
                <a:spcPts val="990"/>
              </a:spcAft>
              <a:buNone/>
              <a:defRPr sz="2474">
                <a:solidFill>
                  <a:srgbClr val="FFFFFF"/>
                </a:solidFill>
              </a:defRPr>
            </a:lvl1pPr>
            <a:lvl2pPr marL="754014" indent="0">
              <a:buNone/>
              <a:defRPr sz="1979"/>
            </a:lvl2pPr>
            <a:lvl3pPr marL="1508028" indent="0">
              <a:buNone/>
              <a:defRPr sz="1649"/>
            </a:lvl3pPr>
            <a:lvl4pPr marL="2262043" indent="0">
              <a:buNone/>
              <a:defRPr sz="1484"/>
            </a:lvl4pPr>
            <a:lvl5pPr marL="3016057" indent="0">
              <a:buNone/>
              <a:defRPr sz="1484"/>
            </a:lvl5pPr>
            <a:lvl6pPr marL="3770071" indent="0">
              <a:buNone/>
              <a:defRPr sz="1484"/>
            </a:lvl6pPr>
            <a:lvl7pPr marL="4524085" indent="0">
              <a:buNone/>
              <a:defRPr sz="1484"/>
            </a:lvl7pPr>
            <a:lvl8pPr marL="5278100" indent="0">
              <a:buNone/>
              <a:defRPr sz="1484"/>
            </a:lvl8pPr>
            <a:lvl9pPr marL="6032114" indent="0">
              <a:buNone/>
              <a:defRPr sz="1484"/>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93075702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819122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5237" y="10556875"/>
            <a:ext cx="20102039" cy="754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5" y="10447223"/>
            <a:ext cx="20102039" cy="1055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4389269" y="684096"/>
            <a:ext cx="4335631" cy="949574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82375" y="684095"/>
            <a:ext cx="12755553" cy="9495749"/>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7826158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7"/>
        <p:cNvGrpSpPr/>
        <p:nvPr/>
      </p:nvGrpSpPr>
      <p:grpSpPr>
        <a:xfrm>
          <a:off x="0" y="0"/>
          <a:ext cx="0" cy="0"/>
          <a:chOff x="0" y="0"/>
          <a:chExt cx="0" cy="0"/>
        </a:xfrm>
      </p:grpSpPr>
      <p:sp>
        <p:nvSpPr>
          <p:cNvPr id="38" name="Google Shape;38;p4"/>
          <p:cNvSpPr txBox="1">
            <a:spLocks noGrp="1"/>
          </p:cNvSpPr>
          <p:nvPr>
            <p:ph type="title"/>
          </p:nvPr>
        </p:nvSpPr>
        <p:spPr>
          <a:xfrm>
            <a:off x="2848531" y="1005417"/>
            <a:ext cx="14242653" cy="1885156"/>
          </a:xfrm>
          <a:prstGeom prst="rect">
            <a:avLst/>
          </a:prstGeom>
          <a:noFill/>
          <a:ln>
            <a:noFill/>
          </a:ln>
        </p:spPr>
        <p:txBody>
          <a:bodyPr spcFirstLastPara="1" wrap="square" lIns="179475" tIns="89725" rIns="179475" bIns="897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9" name="Google Shape;39;p4"/>
          <p:cNvSpPr txBox="1">
            <a:spLocks noGrp="1"/>
          </p:cNvSpPr>
          <p:nvPr>
            <p:ph type="dt" idx="10"/>
          </p:nvPr>
        </p:nvSpPr>
        <p:spPr>
          <a:xfrm>
            <a:off x="1004888" y="10483850"/>
            <a:ext cx="4692650" cy="601663"/>
          </a:xfrm>
          <a:prstGeom prst="rect">
            <a:avLst/>
          </a:prstGeom>
          <a:noFill/>
          <a:ln>
            <a:noFill/>
          </a:ln>
        </p:spPr>
        <p:txBody>
          <a:bodyPr spcFirstLastPara="1" wrap="square" lIns="179475" tIns="89725" rIns="179475" bIns="897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4"/>
          <p:cNvSpPr txBox="1">
            <a:spLocks noGrp="1"/>
          </p:cNvSpPr>
          <p:nvPr>
            <p:ph type="ftr" idx="11"/>
          </p:nvPr>
        </p:nvSpPr>
        <p:spPr>
          <a:xfrm>
            <a:off x="6870700" y="10483850"/>
            <a:ext cx="6365875" cy="601663"/>
          </a:xfrm>
          <a:prstGeom prst="rect">
            <a:avLst/>
          </a:prstGeom>
          <a:noFill/>
          <a:ln>
            <a:noFill/>
          </a:ln>
        </p:spPr>
        <p:txBody>
          <a:bodyPr spcFirstLastPara="1" wrap="square" lIns="179475" tIns="89725" rIns="179475" bIns="897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4"/>
          <p:cNvSpPr txBox="1">
            <a:spLocks noGrp="1"/>
          </p:cNvSpPr>
          <p:nvPr>
            <p:ph type="sldNum" idx="12"/>
          </p:nvPr>
        </p:nvSpPr>
        <p:spPr>
          <a:xfrm>
            <a:off x="14409738" y="10483850"/>
            <a:ext cx="4692650" cy="601663"/>
          </a:xfrm>
          <a:prstGeom prst="rect">
            <a:avLst/>
          </a:prstGeom>
          <a:noFill/>
          <a:ln>
            <a:noFill/>
          </a:ln>
        </p:spPr>
        <p:txBody>
          <a:bodyPr spcFirstLastPara="1" wrap="square" lIns="179475" tIns="89725" rIns="179475" bIns="89725" anchor="ctr" anchorCtr="0">
            <a:noAutofit/>
          </a:bodyPr>
          <a:lstStyle>
            <a:lvl1pPr marL="0" marR="0" lvl="0" indent="0" algn="r">
              <a:spcBef>
                <a:spcPts val="0"/>
              </a:spcBef>
              <a:spcAft>
                <a:spcPts val="0"/>
              </a:spcAft>
              <a:buNone/>
              <a:defRPr sz="2400">
                <a:solidFill>
                  <a:srgbClr val="898989"/>
                </a:solidFill>
                <a:latin typeface="Calibri"/>
                <a:ea typeface="Calibri"/>
                <a:cs typeface="Calibri"/>
                <a:sym typeface="Calibri"/>
              </a:defRPr>
            </a:lvl1pPr>
            <a:lvl2pPr marL="0" marR="0" lvl="1" indent="0" algn="r">
              <a:spcBef>
                <a:spcPts val="0"/>
              </a:spcBef>
              <a:spcAft>
                <a:spcPts val="0"/>
              </a:spcAft>
              <a:buNone/>
              <a:defRPr sz="2400">
                <a:solidFill>
                  <a:srgbClr val="898989"/>
                </a:solidFill>
                <a:latin typeface="Calibri"/>
                <a:ea typeface="Calibri"/>
                <a:cs typeface="Calibri"/>
                <a:sym typeface="Calibri"/>
              </a:defRPr>
            </a:lvl2pPr>
            <a:lvl3pPr marL="0" marR="0" lvl="2" indent="0" algn="r">
              <a:spcBef>
                <a:spcPts val="0"/>
              </a:spcBef>
              <a:spcAft>
                <a:spcPts val="0"/>
              </a:spcAft>
              <a:buNone/>
              <a:defRPr sz="2400">
                <a:solidFill>
                  <a:srgbClr val="898989"/>
                </a:solidFill>
                <a:latin typeface="Calibri"/>
                <a:ea typeface="Calibri"/>
                <a:cs typeface="Calibri"/>
                <a:sym typeface="Calibri"/>
              </a:defRPr>
            </a:lvl3pPr>
            <a:lvl4pPr marL="0" marR="0" lvl="3" indent="0" algn="r">
              <a:spcBef>
                <a:spcPts val="0"/>
              </a:spcBef>
              <a:spcAft>
                <a:spcPts val="0"/>
              </a:spcAft>
              <a:buNone/>
              <a:defRPr sz="2400">
                <a:solidFill>
                  <a:srgbClr val="898989"/>
                </a:solidFill>
                <a:latin typeface="Calibri"/>
                <a:ea typeface="Calibri"/>
                <a:cs typeface="Calibri"/>
                <a:sym typeface="Calibri"/>
              </a:defRPr>
            </a:lvl4pPr>
            <a:lvl5pPr marL="0" marR="0" lvl="4" indent="0" algn="r">
              <a:spcBef>
                <a:spcPts val="0"/>
              </a:spcBef>
              <a:spcAft>
                <a:spcPts val="0"/>
              </a:spcAft>
              <a:buNone/>
              <a:defRPr sz="2400">
                <a:solidFill>
                  <a:srgbClr val="898989"/>
                </a:solidFill>
                <a:latin typeface="Calibri"/>
                <a:ea typeface="Calibri"/>
                <a:cs typeface="Calibri"/>
                <a:sym typeface="Calibri"/>
              </a:defRPr>
            </a:lvl5pPr>
            <a:lvl6pPr marL="0" marR="0" lvl="5" indent="0" algn="r">
              <a:spcBef>
                <a:spcPts val="0"/>
              </a:spcBef>
              <a:spcAft>
                <a:spcPts val="0"/>
              </a:spcAft>
              <a:buNone/>
              <a:defRPr sz="2400">
                <a:solidFill>
                  <a:srgbClr val="898989"/>
                </a:solidFill>
                <a:latin typeface="Calibri"/>
                <a:ea typeface="Calibri"/>
                <a:cs typeface="Calibri"/>
                <a:sym typeface="Calibri"/>
              </a:defRPr>
            </a:lvl6pPr>
            <a:lvl7pPr marL="0" marR="0" lvl="6" indent="0" algn="r">
              <a:spcBef>
                <a:spcPts val="0"/>
              </a:spcBef>
              <a:spcAft>
                <a:spcPts val="0"/>
              </a:spcAft>
              <a:buNone/>
              <a:defRPr sz="2400">
                <a:solidFill>
                  <a:srgbClr val="898989"/>
                </a:solidFill>
                <a:latin typeface="Calibri"/>
                <a:ea typeface="Calibri"/>
                <a:cs typeface="Calibri"/>
                <a:sym typeface="Calibri"/>
              </a:defRPr>
            </a:lvl7pPr>
            <a:lvl8pPr marL="0" marR="0" lvl="7" indent="0" algn="r">
              <a:spcBef>
                <a:spcPts val="0"/>
              </a:spcBef>
              <a:spcAft>
                <a:spcPts val="0"/>
              </a:spcAft>
              <a:buNone/>
              <a:defRPr sz="2400">
                <a:solidFill>
                  <a:srgbClr val="898989"/>
                </a:solidFill>
                <a:latin typeface="Calibri"/>
                <a:ea typeface="Calibri"/>
                <a:cs typeface="Calibri"/>
                <a:sym typeface="Calibri"/>
              </a:defRPr>
            </a:lvl8pPr>
            <a:lvl9pPr marL="0" marR="0" lvl="8" indent="0" algn="r">
              <a:spcBef>
                <a:spcPts val="0"/>
              </a:spcBef>
              <a:spcAft>
                <a:spcPts val="0"/>
              </a:spcAft>
              <a:buNone/>
              <a:defRPr sz="24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sz="4000">
              <a:solidFill>
                <a:schemeClr val="dk1"/>
              </a:solidFill>
            </a:endParaRPr>
          </a:p>
        </p:txBody>
      </p:sp>
    </p:spTree>
    <p:extLst>
      <p:ext uri="{BB962C8B-B14F-4D97-AF65-F5344CB8AC3E}">
        <p14:creationId xmlns:p14="http://schemas.microsoft.com/office/powerpoint/2010/main" val="956897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 y="10556875"/>
            <a:ext cx="20107275" cy="7540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10447223"/>
            <a:ext cx="20107277" cy="1088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809655" y="472697"/>
            <a:ext cx="16588502" cy="239274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809655" y="3044180"/>
            <a:ext cx="16588502" cy="663575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809655" y="10654160"/>
            <a:ext cx="4077316" cy="602203"/>
          </a:xfrm>
          <a:prstGeom prst="rect">
            <a:avLst/>
          </a:prstGeom>
        </p:spPr>
        <p:txBody>
          <a:bodyPr vert="horz" lIns="91440" tIns="45720" rIns="91440" bIns="45720" rtlCol="0" anchor="ctr"/>
          <a:lstStyle>
            <a:lvl1pPr algn="l">
              <a:defRPr sz="1484">
                <a:solidFill>
                  <a:srgbClr val="FFFFFF"/>
                </a:solidFill>
              </a:defRPr>
            </a:lvl1pPr>
          </a:lstStyle>
          <a:p>
            <a:endParaRPr lang="en-IN"/>
          </a:p>
        </p:txBody>
      </p:sp>
      <p:sp>
        <p:nvSpPr>
          <p:cNvPr id="5" name="Footer Placeholder 4"/>
          <p:cNvSpPr>
            <a:spLocks noGrp="1"/>
          </p:cNvSpPr>
          <p:nvPr>
            <p:ph type="ftr" sz="quarter" idx="3"/>
          </p:nvPr>
        </p:nvSpPr>
        <p:spPr>
          <a:xfrm>
            <a:off x="6079325" y="10654160"/>
            <a:ext cx="7953859" cy="602203"/>
          </a:xfrm>
          <a:prstGeom prst="rect">
            <a:avLst/>
          </a:prstGeom>
        </p:spPr>
        <p:txBody>
          <a:bodyPr vert="horz" lIns="91440" tIns="45720" rIns="91440" bIns="45720" rtlCol="0" anchor="ctr"/>
          <a:lstStyle>
            <a:lvl1pPr algn="ctr">
              <a:defRPr sz="1484"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16328022" y="10654160"/>
            <a:ext cx="2163816" cy="602203"/>
          </a:xfrm>
          <a:prstGeom prst="rect">
            <a:avLst/>
          </a:prstGeom>
        </p:spPr>
        <p:txBody>
          <a:bodyPr vert="horz" lIns="91440" tIns="45720" rIns="91440" bIns="45720" rtlCol="0" anchor="ctr"/>
          <a:lstStyle>
            <a:lvl1pPr algn="r">
              <a:defRPr sz="1732">
                <a:solidFill>
                  <a:srgbClr val="FFFFFF"/>
                </a:solidFill>
              </a:defRPr>
            </a:lvl1pPr>
          </a:lstStyle>
          <a:p>
            <a:pPr marL="0" lvl="0" indent="0" algn="r" rtl="0">
              <a:spcBef>
                <a:spcPts val="0"/>
              </a:spcBef>
              <a:spcAft>
                <a:spcPts val="0"/>
              </a:spcAft>
              <a:buNone/>
            </a:pPr>
            <a:fld id="{00000000-1234-1234-1234-123412341234}" type="slidenum">
              <a:rPr lang="en-IN" smtClean="0"/>
              <a:t>‹#›</a:t>
            </a:fld>
            <a:endParaRPr lang="en-IN"/>
          </a:p>
        </p:txBody>
      </p:sp>
      <p:cxnSp>
        <p:nvCxnSpPr>
          <p:cNvPr id="10" name="Straight Connector 9"/>
          <p:cNvCxnSpPr/>
          <p:nvPr/>
        </p:nvCxnSpPr>
        <p:spPr>
          <a:xfrm>
            <a:off x="1968396" y="2866238"/>
            <a:ext cx="1643769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046699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lvl1pPr algn="l" defTabSz="1508028" rtl="0" eaLnBrk="1" latinLnBrk="0" hangingPunct="1">
        <a:lnSpc>
          <a:spcPct val="85000"/>
        </a:lnSpc>
        <a:spcBef>
          <a:spcPct val="0"/>
        </a:spcBef>
        <a:buNone/>
        <a:defRPr sz="7916" kern="1200" spc="-82" baseline="0">
          <a:solidFill>
            <a:schemeClr val="tx1">
              <a:lumMod val="75000"/>
              <a:lumOff val="25000"/>
            </a:schemeClr>
          </a:solidFill>
          <a:latin typeface="+mj-lt"/>
          <a:ea typeface="+mj-ea"/>
          <a:cs typeface="+mj-cs"/>
        </a:defRPr>
      </a:lvl1pPr>
    </p:titleStyle>
    <p:bodyStyle>
      <a:lvl1pPr marL="150803" indent="-150803" algn="l" defTabSz="1508028" rtl="0" eaLnBrk="1" latinLnBrk="0" hangingPunct="1">
        <a:lnSpc>
          <a:spcPct val="90000"/>
        </a:lnSpc>
        <a:spcBef>
          <a:spcPts val="1979"/>
        </a:spcBef>
        <a:spcAft>
          <a:spcPts val="330"/>
        </a:spcAft>
        <a:buClr>
          <a:schemeClr val="accent1"/>
        </a:buClr>
        <a:buSzPct val="100000"/>
        <a:buFont typeface="Calibri" panose="020F0502020204030204" pitchFamily="34" charset="0"/>
        <a:buChar char=" "/>
        <a:defRPr sz="3298" kern="1200">
          <a:solidFill>
            <a:schemeClr val="tx1">
              <a:lumMod val="75000"/>
              <a:lumOff val="25000"/>
            </a:schemeClr>
          </a:solidFill>
          <a:latin typeface="+mn-lt"/>
          <a:ea typeface="+mn-ea"/>
          <a:cs typeface="+mn-cs"/>
        </a:defRPr>
      </a:lvl1pPr>
      <a:lvl2pPr marL="633372" indent="-301606" algn="l" defTabSz="1508028" rtl="0" eaLnBrk="1" latinLnBrk="0" hangingPunct="1">
        <a:lnSpc>
          <a:spcPct val="90000"/>
        </a:lnSpc>
        <a:spcBef>
          <a:spcPts val="330"/>
        </a:spcBef>
        <a:spcAft>
          <a:spcPts val="660"/>
        </a:spcAft>
        <a:buClr>
          <a:schemeClr val="accent1"/>
        </a:buClr>
        <a:buFont typeface="Calibri" pitchFamily="34" charset="0"/>
        <a:buChar char="◦"/>
        <a:defRPr sz="2969" kern="1200">
          <a:solidFill>
            <a:schemeClr val="tx1">
              <a:lumMod val="75000"/>
              <a:lumOff val="25000"/>
            </a:schemeClr>
          </a:solidFill>
          <a:latin typeface="+mn-lt"/>
          <a:ea typeface="+mn-ea"/>
          <a:cs typeface="+mn-cs"/>
        </a:defRPr>
      </a:lvl2pPr>
      <a:lvl3pPr marL="934978" indent="-301606" algn="l" defTabSz="1508028" rtl="0" eaLnBrk="1" latinLnBrk="0" hangingPunct="1">
        <a:lnSpc>
          <a:spcPct val="90000"/>
        </a:lnSpc>
        <a:spcBef>
          <a:spcPts val="330"/>
        </a:spcBef>
        <a:spcAft>
          <a:spcPts val="660"/>
        </a:spcAft>
        <a:buClr>
          <a:schemeClr val="accent1"/>
        </a:buClr>
        <a:buFont typeface="Calibri" pitchFamily="34" charset="0"/>
        <a:buChar char="◦"/>
        <a:defRPr sz="2309" kern="1200">
          <a:solidFill>
            <a:schemeClr val="tx1">
              <a:lumMod val="75000"/>
              <a:lumOff val="25000"/>
            </a:schemeClr>
          </a:solidFill>
          <a:latin typeface="+mn-lt"/>
          <a:ea typeface="+mn-ea"/>
          <a:cs typeface="+mn-cs"/>
        </a:defRPr>
      </a:lvl3pPr>
      <a:lvl4pPr marL="1236583" indent="-301606" algn="l" defTabSz="1508028" rtl="0" eaLnBrk="1" latinLnBrk="0" hangingPunct="1">
        <a:lnSpc>
          <a:spcPct val="90000"/>
        </a:lnSpc>
        <a:spcBef>
          <a:spcPts val="330"/>
        </a:spcBef>
        <a:spcAft>
          <a:spcPts val="660"/>
        </a:spcAft>
        <a:buClr>
          <a:schemeClr val="accent1"/>
        </a:buClr>
        <a:buFont typeface="Calibri" pitchFamily="34" charset="0"/>
        <a:buChar char="◦"/>
        <a:defRPr sz="2309" kern="1200">
          <a:solidFill>
            <a:schemeClr val="tx1">
              <a:lumMod val="75000"/>
              <a:lumOff val="25000"/>
            </a:schemeClr>
          </a:solidFill>
          <a:latin typeface="+mn-lt"/>
          <a:ea typeface="+mn-ea"/>
          <a:cs typeface="+mn-cs"/>
        </a:defRPr>
      </a:lvl4pPr>
      <a:lvl5pPr marL="1538189" indent="-301606" algn="l" defTabSz="1508028" rtl="0" eaLnBrk="1" latinLnBrk="0" hangingPunct="1">
        <a:lnSpc>
          <a:spcPct val="90000"/>
        </a:lnSpc>
        <a:spcBef>
          <a:spcPts val="330"/>
        </a:spcBef>
        <a:spcAft>
          <a:spcPts val="660"/>
        </a:spcAft>
        <a:buClr>
          <a:schemeClr val="accent1"/>
        </a:buClr>
        <a:buFont typeface="Calibri" pitchFamily="34" charset="0"/>
        <a:buChar char="◦"/>
        <a:defRPr sz="2309" kern="1200">
          <a:solidFill>
            <a:schemeClr val="tx1">
              <a:lumMod val="75000"/>
              <a:lumOff val="25000"/>
            </a:schemeClr>
          </a:solidFill>
          <a:latin typeface="+mn-lt"/>
          <a:ea typeface="+mn-ea"/>
          <a:cs typeface="+mn-cs"/>
        </a:defRPr>
      </a:lvl5pPr>
      <a:lvl6pPr marL="1814120" indent="-377007" algn="l" defTabSz="1508028" rtl="0" eaLnBrk="1" latinLnBrk="0" hangingPunct="1">
        <a:lnSpc>
          <a:spcPct val="90000"/>
        </a:lnSpc>
        <a:spcBef>
          <a:spcPts val="330"/>
        </a:spcBef>
        <a:spcAft>
          <a:spcPts val="660"/>
        </a:spcAft>
        <a:buClr>
          <a:schemeClr val="accent1"/>
        </a:buClr>
        <a:buFont typeface="Calibri" pitchFamily="34" charset="0"/>
        <a:buChar char="◦"/>
        <a:defRPr sz="2309" kern="1200">
          <a:solidFill>
            <a:schemeClr val="tx1">
              <a:lumMod val="75000"/>
              <a:lumOff val="25000"/>
            </a:schemeClr>
          </a:solidFill>
          <a:latin typeface="+mn-lt"/>
          <a:ea typeface="+mn-ea"/>
          <a:cs typeface="+mn-cs"/>
        </a:defRPr>
      </a:lvl6pPr>
      <a:lvl7pPr marL="2143960" indent="-377007" algn="l" defTabSz="1508028" rtl="0" eaLnBrk="1" latinLnBrk="0" hangingPunct="1">
        <a:lnSpc>
          <a:spcPct val="90000"/>
        </a:lnSpc>
        <a:spcBef>
          <a:spcPts val="330"/>
        </a:spcBef>
        <a:spcAft>
          <a:spcPts val="660"/>
        </a:spcAft>
        <a:buClr>
          <a:schemeClr val="accent1"/>
        </a:buClr>
        <a:buFont typeface="Calibri" pitchFamily="34" charset="0"/>
        <a:buChar char="◦"/>
        <a:defRPr sz="2309" kern="1200">
          <a:solidFill>
            <a:schemeClr val="tx1">
              <a:lumMod val="75000"/>
              <a:lumOff val="25000"/>
            </a:schemeClr>
          </a:solidFill>
          <a:latin typeface="+mn-lt"/>
          <a:ea typeface="+mn-ea"/>
          <a:cs typeface="+mn-cs"/>
        </a:defRPr>
      </a:lvl7pPr>
      <a:lvl8pPr marL="2473800" indent="-377007" algn="l" defTabSz="1508028" rtl="0" eaLnBrk="1" latinLnBrk="0" hangingPunct="1">
        <a:lnSpc>
          <a:spcPct val="90000"/>
        </a:lnSpc>
        <a:spcBef>
          <a:spcPts val="330"/>
        </a:spcBef>
        <a:spcAft>
          <a:spcPts val="660"/>
        </a:spcAft>
        <a:buClr>
          <a:schemeClr val="accent1"/>
        </a:buClr>
        <a:buFont typeface="Calibri" pitchFamily="34" charset="0"/>
        <a:buChar char="◦"/>
        <a:defRPr sz="2309" kern="1200">
          <a:solidFill>
            <a:schemeClr val="tx1">
              <a:lumMod val="75000"/>
              <a:lumOff val="25000"/>
            </a:schemeClr>
          </a:solidFill>
          <a:latin typeface="+mn-lt"/>
          <a:ea typeface="+mn-ea"/>
          <a:cs typeface="+mn-cs"/>
        </a:defRPr>
      </a:lvl8pPr>
      <a:lvl9pPr marL="2803640" indent="-377007" algn="l" defTabSz="1508028" rtl="0" eaLnBrk="1" latinLnBrk="0" hangingPunct="1">
        <a:lnSpc>
          <a:spcPct val="90000"/>
        </a:lnSpc>
        <a:spcBef>
          <a:spcPts val="330"/>
        </a:spcBef>
        <a:spcAft>
          <a:spcPts val="660"/>
        </a:spcAft>
        <a:buClr>
          <a:schemeClr val="accent1"/>
        </a:buClr>
        <a:buFont typeface="Calibri" pitchFamily="34" charset="0"/>
        <a:buChar char="◦"/>
        <a:defRPr sz="2309" kern="1200">
          <a:solidFill>
            <a:schemeClr val="tx1">
              <a:lumMod val="75000"/>
              <a:lumOff val="25000"/>
            </a:schemeClr>
          </a:solidFill>
          <a:latin typeface="+mn-lt"/>
          <a:ea typeface="+mn-ea"/>
          <a:cs typeface="+mn-cs"/>
        </a:defRPr>
      </a:lvl9pPr>
    </p:bodyStyle>
    <p:otherStyle>
      <a:defPPr>
        <a:defRPr lang="en-US"/>
      </a:defPPr>
      <a:lvl1pPr marL="0" algn="l" defTabSz="1508028" rtl="0" eaLnBrk="1" latinLnBrk="0" hangingPunct="1">
        <a:defRPr sz="2969" kern="1200">
          <a:solidFill>
            <a:schemeClr val="tx1"/>
          </a:solidFill>
          <a:latin typeface="+mn-lt"/>
          <a:ea typeface="+mn-ea"/>
          <a:cs typeface="+mn-cs"/>
        </a:defRPr>
      </a:lvl1pPr>
      <a:lvl2pPr marL="754014" algn="l" defTabSz="1508028" rtl="0" eaLnBrk="1" latinLnBrk="0" hangingPunct="1">
        <a:defRPr sz="2969" kern="1200">
          <a:solidFill>
            <a:schemeClr val="tx1"/>
          </a:solidFill>
          <a:latin typeface="+mn-lt"/>
          <a:ea typeface="+mn-ea"/>
          <a:cs typeface="+mn-cs"/>
        </a:defRPr>
      </a:lvl2pPr>
      <a:lvl3pPr marL="1508028" algn="l" defTabSz="1508028" rtl="0" eaLnBrk="1" latinLnBrk="0" hangingPunct="1">
        <a:defRPr sz="2969" kern="1200">
          <a:solidFill>
            <a:schemeClr val="tx1"/>
          </a:solidFill>
          <a:latin typeface="+mn-lt"/>
          <a:ea typeface="+mn-ea"/>
          <a:cs typeface="+mn-cs"/>
        </a:defRPr>
      </a:lvl3pPr>
      <a:lvl4pPr marL="2262043" algn="l" defTabSz="1508028" rtl="0" eaLnBrk="1" latinLnBrk="0" hangingPunct="1">
        <a:defRPr sz="2969" kern="1200">
          <a:solidFill>
            <a:schemeClr val="tx1"/>
          </a:solidFill>
          <a:latin typeface="+mn-lt"/>
          <a:ea typeface="+mn-ea"/>
          <a:cs typeface="+mn-cs"/>
        </a:defRPr>
      </a:lvl4pPr>
      <a:lvl5pPr marL="3016057" algn="l" defTabSz="1508028" rtl="0" eaLnBrk="1" latinLnBrk="0" hangingPunct="1">
        <a:defRPr sz="2969" kern="1200">
          <a:solidFill>
            <a:schemeClr val="tx1"/>
          </a:solidFill>
          <a:latin typeface="+mn-lt"/>
          <a:ea typeface="+mn-ea"/>
          <a:cs typeface="+mn-cs"/>
        </a:defRPr>
      </a:lvl5pPr>
      <a:lvl6pPr marL="3770071" algn="l" defTabSz="1508028" rtl="0" eaLnBrk="1" latinLnBrk="0" hangingPunct="1">
        <a:defRPr sz="2969" kern="1200">
          <a:solidFill>
            <a:schemeClr val="tx1"/>
          </a:solidFill>
          <a:latin typeface="+mn-lt"/>
          <a:ea typeface="+mn-ea"/>
          <a:cs typeface="+mn-cs"/>
        </a:defRPr>
      </a:lvl6pPr>
      <a:lvl7pPr marL="4524085" algn="l" defTabSz="1508028" rtl="0" eaLnBrk="1" latinLnBrk="0" hangingPunct="1">
        <a:defRPr sz="2969" kern="1200">
          <a:solidFill>
            <a:schemeClr val="tx1"/>
          </a:solidFill>
          <a:latin typeface="+mn-lt"/>
          <a:ea typeface="+mn-ea"/>
          <a:cs typeface="+mn-cs"/>
        </a:defRPr>
      </a:lvl7pPr>
      <a:lvl8pPr marL="5278100" algn="l" defTabSz="1508028" rtl="0" eaLnBrk="1" latinLnBrk="0" hangingPunct="1">
        <a:defRPr sz="2969" kern="1200">
          <a:solidFill>
            <a:schemeClr val="tx1"/>
          </a:solidFill>
          <a:latin typeface="+mn-lt"/>
          <a:ea typeface="+mn-ea"/>
          <a:cs typeface="+mn-cs"/>
        </a:defRPr>
      </a:lvl8pPr>
      <a:lvl9pPr marL="6032114" algn="l" defTabSz="1508028" rtl="0" eaLnBrk="1" latinLnBrk="0" hangingPunct="1">
        <a:defRPr sz="296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7937/TCIA.AXH3-T579"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5" name="Google Shape;105;p14"/>
          <p:cNvSpPr/>
          <p:nvPr/>
        </p:nvSpPr>
        <p:spPr>
          <a:xfrm>
            <a:off x="3794760" y="1617663"/>
            <a:ext cx="13045440" cy="1425575"/>
          </a:xfrm>
          <a:prstGeom prst="rect">
            <a:avLst/>
          </a:prstGeom>
          <a:noFill/>
          <a:ln>
            <a:noFill/>
          </a:ln>
        </p:spPr>
        <p:txBody>
          <a:bodyPr spcFirstLastPara="1" wrap="square" lIns="91400" tIns="45700" rIns="91400" bIns="45700" anchor="t" anchorCtr="0">
            <a:noAutofit/>
          </a:bodyPr>
          <a:lstStyle/>
          <a:p>
            <a:pPr marL="0" marR="0" lvl="0" indent="0" algn="ctr" rtl="0">
              <a:lnSpc>
                <a:spcPct val="120000"/>
              </a:lnSpc>
              <a:spcBef>
                <a:spcPts val="0"/>
              </a:spcBef>
              <a:spcAft>
                <a:spcPts val="0"/>
              </a:spcAft>
              <a:buNone/>
            </a:pPr>
            <a:r>
              <a:rPr lang="en-IN" sz="6000" b="1" i="1" u="none" strike="noStrike" cap="none">
                <a:solidFill>
                  <a:srgbClr val="002060"/>
                </a:solidFill>
                <a:latin typeface="Arial Black"/>
                <a:ea typeface="Arial Black"/>
                <a:cs typeface="Arial Black"/>
                <a:sym typeface="Arial Black"/>
              </a:rPr>
              <a:t>Centre </a:t>
            </a:r>
            <a:r>
              <a:rPr lang="en-IN" sz="6000" b="1" i="1" u="none" strike="noStrike" cap="none" dirty="0">
                <a:solidFill>
                  <a:srgbClr val="002060"/>
                </a:solidFill>
                <a:latin typeface="Arial Black"/>
                <a:ea typeface="Arial Black"/>
                <a:cs typeface="Arial Black"/>
                <a:sym typeface="Arial Black"/>
              </a:rPr>
              <a:t>of Competence </a:t>
            </a:r>
          </a:p>
          <a:p>
            <a:pPr marL="0" marR="0" lvl="0" indent="0" algn="ctr" rtl="0">
              <a:lnSpc>
                <a:spcPct val="120000"/>
              </a:lnSpc>
              <a:spcBef>
                <a:spcPts val="0"/>
              </a:spcBef>
              <a:spcAft>
                <a:spcPts val="0"/>
              </a:spcAft>
              <a:buNone/>
            </a:pPr>
            <a:r>
              <a:rPr lang="en-US" sz="6000" b="1" i="1" u="none" strike="noStrike" cap="none">
                <a:solidFill>
                  <a:srgbClr val="002060"/>
                </a:solidFill>
                <a:latin typeface="Arial Black"/>
                <a:ea typeface="Arial Black"/>
                <a:cs typeface="Arial Black"/>
                <a:sym typeface="Arial Black"/>
              </a:rPr>
              <a:t>in </a:t>
            </a:r>
          </a:p>
          <a:p>
            <a:pPr marL="0" marR="0" lvl="0" indent="0" algn="ctr" rtl="0">
              <a:lnSpc>
                <a:spcPct val="120000"/>
              </a:lnSpc>
              <a:spcBef>
                <a:spcPts val="0"/>
              </a:spcBef>
              <a:spcAft>
                <a:spcPts val="0"/>
              </a:spcAft>
              <a:buNone/>
            </a:pPr>
            <a:r>
              <a:rPr lang="en-US" sz="6000" b="1" i="1" u="none" strike="noStrike" cap="none">
                <a:solidFill>
                  <a:srgbClr val="002060"/>
                </a:solidFill>
                <a:latin typeface="Arial Black"/>
                <a:ea typeface="Arial Black"/>
                <a:cs typeface="Arial Black"/>
                <a:sym typeface="Arial Black"/>
              </a:rPr>
              <a:t>Visual Computing</a:t>
            </a:r>
            <a:endParaRPr lang="en-US"/>
          </a:p>
          <a:p>
            <a:pPr marL="0" marR="0" lvl="0" indent="0" algn="ctr" rtl="0">
              <a:lnSpc>
                <a:spcPct val="120000"/>
              </a:lnSpc>
              <a:spcBef>
                <a:spcPts val="0"/>
              </a:spcBef>
              <a:spcAft>
                <a:spcPts val="0"/>
              </a:spcAft>
              <a:buNone/>
            </a:pPr>
            <a:r>
              <a:rPr lang="en-US" sz="6000" b="1" i="1" u="none" strike="noStrike" cap="none">
                <a:solidFill>
                  <a:srgbClr val="C00000"/>
                </a:solidFill>
                <a:latin typeface="Algerian"/>
                <a:ea typeface="Algerian"/>
                <a:cs typeface="Algerian"/>
                <a:sym typeface="Algerian"/>
              </a:rPr>
              <a:t> </a:t>
            </a:r>
            <a:endParaRPr lang="en-US" sz="6000" b="1" i="1" u="none" strike="noStrike" cap="none" dirty="0">
              <a:solidFill>
                <a:srgbClr val="959595"/>
              </a:solidFill>
              <a:latin typeface="Algerian"/>
              <a:ea typeface="Algerian"/>
              <a:cs typeface="Algerian"/>
              <a:sym typeface="Algerian"/>
            </a:endParaRPr>
          </a:p>
        </p:txBody>
      </p:sp>
      <p:sp>
        <p:nvSpPr>
          <p:cNvPr id="106" name="Google Shape;106;p14"/>
          <p:cNvSpPr txBox="1"/>
          <p:nvPr/>
        </p:nvSpPr>
        <p:spPr>
          <a:xfrm>
            <a:off x="6431280" y="6098223"/>
            <a:ext cx="7772400" cy="628650"/>
          </a:xfrm>
          <a:prstGeom prst="rect">
            <a:avLst/>
          </a:prstGeom>
          <a:noFill/>
          <a:ln>
            <a:noFill/>
          </a:ln>
        </p:spPr>
        <p:txBody>
          <a:bodyPr spcFirstLastPara="1" wrap="square" lIns="91400" tIns="45700" rIns="91400" bIns="45700" anchor="t" anchorCtr="0">
            <a:noAutofit/>
          </a:bodyPr>
          <a:lstStyle/>
          <a:p>
            <a:pPr marL="0" marR="0" lvl="0" indent="0" algn="ctr" rtl="0">
              <a:spcBef>
                <a:spcPts val="0"/>
              </a:spcBef>
              <a:spcAft>
                <a:spcPts val="0"/>
              </a:spcAft>
              <a:buNone/>
            </a:pPr>
            <a:r>
              <a:rPr lang="en-IN" sz="3600" b="1" i="1" u="none" strike="noStrike" cap="none" dirty="0">
                <a:solidFill>
                  <a:srgbClr val="FF0000"/>
                </a:solidFill>
                <a:latin typeface="Times New Roman"/>
                <a:ea typeface="Times New Roman"/>
                <a:cs typeface="Times New Roman"/>
                <a:sym typeface="Times New Roman"/>
              </a:rPr>
              <a:t>Internship Phase I presentation</a:t>
            </a:r>
            <a:endParaRPr dirty="0">
              <a:solidFill>
                <a:srgbClr val="FF0000"/>
              </a:solidFill>
            </a:endParaRPr>
          </a:p>
          <a:p>
            <a:pPr marL="0" marR="0" lvl="0" indent="0" algn="ctr" rtl="0">
              <a:spcBef>
                <a:spcPts val="0"/>
              </a:spcBef>
              <a:spcAft>
                <a:spcPts val="0"/>
              </a:spcAft>
              <a:buNone/>
            </a:pPr>
            <a:r>
              <a:rPr lang="en-IN" sz="3600" b="1" i="1" u="none" strike="noStrike" cap="none" dirty="0">
                <a:solidFill>
                  <a:srgbClr val="FF0000"/>
                </a:solidFill>
                <a:latin typeface="Times New Roman"/>
                <a:ea typeface="Times New Roman"/>
                <a:cs typeface="Times New Roman"/>
                <a:sym typeface="Times New Roman"/>
              </a:rPr>
              <a:t> </a:t>
            </a:r>
            <a:endParaRPr dirty="0">
              <a:solidFill>
                <a:srgbClr val="FF0000"/>
              </a:solidFill>
            </a:endParaRPr>
          </a:p>
        </p:txBody>
      </p:sp>
      <p:sp>
        <p:nvSpPr>
          <p:cNvPr id="107" name="Google Shape;107;p14"/>
          <p:cNvSpPr txBox="1"/>
          <p:nvPr/>
        </p:nvSpPr>
        <p:spPr>
          <a:xfrm>
            <a:off x="4101411" y="7362681"/>
            <a:ext cx="11904451" cy="1211464"/>
          </a:xfrm>
          <a:prstGeom prst="rect">
            <a:avLst/>
          </a:prstGeom>
          <a:noFill/>
          <a:ln>
            <a:noFill/>
          </a:ln>
        </p:spPr>
        <p:txBody>
          <a:bodyPr spcFirstLastPara="1" wrap="square" lIns="91400" tIns="45700" rIns="91400" bIns="45700" anchor="t" anchorCtr="0">
            <a:noAutofit/>
          </a:bodyPr>
          <a:lstStyle/>
          <a:p>
            <a:pPr marL="341313" lvl="0" indent="-341313" algn="ctr"/>
            <a:r>
              <a:rPr lang="en-US" sz="4000" b="1" i="1" dirty="0">
                <a:solidFill>
                  <a:srgbClr val="002060"/>
                </a:solidFill>
                <a:latin typeface="Times New Roman"/>
                <a:ea typeface="Times New Roman"/>
                <a:cs typeface="Times New Roman"/>
                <a:sym typeface="Times New Roman"/>
              </a:rPr>
              <a:t>Bone Marrow Cells Classification using Deep Learning</a:t>
            </a:r>
          </a:p>
          <a:p>
            <a:pPr marL="341313" lvl="0" indent="-341313" algn="ctr"/>
            <a:endParaRPr lang="en-US" sz="4000" b="1" i="1" dirty="0">
              <a:solidFill>
                <a:srgbClr val="002060"/>
              </a:solidFill>
              <a:latin typeface="Times New Roman"/>
              <a:ea typeface="Times New Roman"/>
              <a:cs typeface="Times New Roman"/>
              <a:sym typeface="Times New Roman"/>
            </a:endParaRPr>
          </a:p>
          <a:p>
            <a:pPr marL="341313" lvl="0" indent="-341313" algn="ctr"/>
            <a:r>
              <a:rPr lang="en-IN" sz="4000" b="1" i="1" dirty="0">
                <a:solidFill>
                  <a:srgbClr val="002060"/>
                </a:solidFill>
                <a:latin typeface="Times New Roman"/>
                <a:cs typeface="Times New Roman"/>
                <a:sym typeface="Times New Roman"/>
              </a:rPr>
              <a:t>Under the Guidance of</a:t>
            </a:r>
          </a:p>
          <a:p>
            <a:pPr marL="341313" lvl="0" indent="-341313" algn="ctr"/>
            <a:r>
              <a:rPr lang="en-IN" sz="4000" b="1" i="1" dirty="0">
                <a:solidFill>
                  <a:srgbClr val="002060"/>
                </a:solidFill>
                <a:latin typeface="Times New Roman"/>
                <a:cs typeface="Times New Roman"/>
                <a:sym typeface="Times New Roman"/>
              </a:rPr>
              <a:t>Prof. Srividya M S</a:t>
            </a:r>
            <a:endParaRPr dirty="0"/>
          </a:p>
        </p:txBody>
      </p:sp>
      <p:sp>
        <p:nvSpPr>
          <p:cNvPr id="8" name="TextBox 7">
            <a:extLst>
              <a:ext uri="{FF2B5EF4-FFF2-40B4-BE49-F238E27FC236}">
                <a16:creationId xmlns:a16="http://schemas.microsoft.com/office/drawing/2014/main" id="{B42300D8-8CE2-4FF1-AD0D-AFA69E7C6A90}"/>
              </a:ext>
            </a:extLst>
          </p:cNvPr>
          <p:cNvSpPr txBox="1"/>
          <p:nvPr/>
        </p:nvSpPr>
        <p:spPr>
          <a:xfrm>
            <a:off x="12515022" y="9253508"/>
            <a:ext cx="7212034" cy="1056700"/>
          </a:xfrm>
          <a:prstGeom prst="rect">
            <a:avLst/>
          </a:prstGeom>
          <a:noFill/>
        </p:spPr>
        <p:txBody>
          <a:bodyPr wrap="square">
            <a:spAutoFit/>
          </a:bodyPr>
          <a:lstStyle/>
          <a:p>
            <a:pPr marL="341312" lvl="0" indent="-341312">
              <a:spcBef>
                <a:spcPts val="800"/>
              </a:spcBef>
            </a:pPr>
            <a:r>
              <a:rPr lang="en-IN" sz="2800" b="1" i="1">
                <a:solidFill>
                  <a:srgbClr val="FF0000"/>
                </a:solidFill>
                <a:latin typeface="Times New Roman"/>
                <a:ea typeface="Times New Roman"/>
                <a:cs typeface="Times New Roman"/>
                <a:sym typeface="Times New Roman"/>
              </a:rPr>
              <a:t>Soubhagya Aravind Gangoor (1RV24SCS14)</a:t>
            </a:r>
          </a:p>
          <a:p>
            <a:pPr marL="341312" lvl="0" indent="-341312">
              <a:spcBef>
                <a:spcPts val="800"/>
              </a:spcBef>
            </a:pPr>
            <a:r>
              <a:rPr lang="en-IN" sz="2800" b="1" i="1">
                <a:solidFill>
                  <a:srgbClr val="FF0000"/>
                </a:solidFill>
                <a:latin typeface="Times New Roman"/>
                <a:ea typeface="Times New Roman"/>
                <a:cs typeface="Times New Roman"/>
                <a:sym typeface="Times New Roman"/>
              </a:rPr>
              <a:t>Veerasagar S S (1RV24SCS17)</a:t>
            </a:r>
            <a:endParaRPr lang="en-IN" sz="2800" b="1" i="1" dirty="0">
              <a:solidFill>
                <a:srgbClr val="FF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5" descr="Evaluation Clipart Course Outline - Evaluation Icon , Free ..."/>
          <p:cNvSpPr/>
          <p:nvPr/>
        </p:nvSpPr>
        <p:spPr>
          <a:xfrm>
            <a:off x="215900" y="-2667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500">
              <a:solidFill>
                <a:schemeClr val="dk1"/>
              </a:solidFill>
              <a:latin typeface="Arial"/>
              <a:ea typeface="Arial"/>
              <a:cs typeface="Arial"/>
              <a:sym typeface="Arial"/>
            </a:endParaRPr>
          </a:p>
        </p:txBody>
      </p:sp>
      <p:sp>
        <p:nvSpPr>
          <p:cNvPr id="114" name="Google Shape;114;p15"/>
          <p:cNvSpPr txBox="1"/>
          <p:nvPr/>
        </p:nvSpPr>
        <p:spPr>
          <a:xfrm>
            <a:off x="1062038" y="-16933"/>
            <a:ext cx="18095912" cy="1306513"/>
          </a:xfrm>
          <a:prstGeom prst="rect">
            <a:avLst/>
          </a:prstGeom>
          <a:noFill/>
          <a:ln>
            <a:noFill/>
          </a:ln>
        </p:spPr>
        <p:txBody>
          <a:bodyPr spcFirstLastPara="1" wrap="square" lIns="201000" tIns="100500" rIns="201000" bIns="100500" anchor="t" anchorCtr="0">
            <a:noAutofit/>
          </a:bodyPr>
          <a:lstStyle/>
          <a:p>
            <a:pPr marL="0" marR="0" lvl="0" indent="0" algn="ctr" rtl="0">
              <a:spcBef>
                <a:spcPts val="0"/>
              </a:spcBef>
              <a:spcAft>
                <a:spcPts val="0"/>
              </a:spcAft>
              <a:buNone/>
            </a:pPr>
            <a:r>
              <a:rPr lang="en-IN" sz="7000" b="1" dirty="0">
                <a:solidFill>
                  <a:srgbClr val="C00000"/>
                </a:solidFill>
                <a:latin typeface="Times New Roman"/>
                <a:ea typeface="Times New Roman"/>
                <a:cs typeface="Times New Roman"/>
                <a:sym typeface="Times New Roman"/>
              </a:rPr>
              <a:t>Introduction </a:t>
            </a:r>
            <a:endParaRPr sz="7000" b="1" dirty="0">
              <a:solidFill>
                <a:srgbClr val="C00000"/>
              </a:solidFill>
              <a:latin typeface="Times New Roman"/>
              <a:ea typeface="Times New Roman"/>
              <a:cs typeface="Times New Roman"/>
              <a:sym typeface="Times New Roman"/>
            </a:endParaRPr>
          </a:p>
        </p:txBody>
      </p:sp>
      <p:sp>
        <p:nvSpPr>
          <p:cNvPr id="116" name="Google Shape;116;p15"/>
          <p:cNvSpPr txBox="1"/>
          <p:nvPr/>
        </p:nvSpPr>
        <p:spPr>
          <a:xfrm>
            <a:off x="1933731" y="3092971"/>
            <a:ext cx="16684053" cy="6590676"/>
          </a:xfrm>
          <a:prstGeom prst="rect">
            <a:avLst/>
          </a:prstGeom>
          <a:noFill/>
          <a:ln>
            <a:noFill/>
          </a:ln>
        </p:spPr>
        <p:txBody>
          <a:bodyPr spcFirstLastPara="1" wrap="square" lIns="91425" tIns="91425" rIns="91425" bIns="91425" anchor="t" anchorCtr="0">
            <a:noAutofit/>
          </a:bodyPr>
          <a:lstStyle/>
          <a:p>
            <a:pPr algn="just"/>
            <a:r>
              <a:rPr lang="en-US" sz="3600" dirty="0"/>
              <a:t>Our project is based on the field of deep learning, where accurate classification of bone marrow blood cells is essential for diagnosing hematologic diseases such as leukemia and multiple myeloma</a:t>
            </a:r>
          </a:p>
          <a:p>
            <a:pPr algn="just"/>
            <a:r>
              <a:rPr lang="en-US" sz="3600" dirty="0"/>
              <a:t>Bone marrow examination is a critical procedure for diagnosing blood-related disorders, such as leukemia, anemia, and other hematological diseases. Automated classification using deep learning can improve accuracy, efficiency, and scalability.</a:t>
            </a:r>
          </a:p>
          <a:p>
            <a:pPr algn="just"/>
            <a:endParaRPr lang="en-US" sz="3600" dirty="0"/>
          </a:p>
          <a:p>
            <a:pPr algn="just"/>
            <a:r>
              <a:rPr lang="en-US" sz="4000" b="1" dirty="0"/>
              <a:t>Problem statement</a:t>
            </a:r>
          </a:p>
          <a:p>
            <a:pPr algn="just"/>
            <a:r>
              <a:rPr lang="en-US" sz="3600" dirty="0"/>
              <a:t>“Develop a deep learning model capable of accurately classifying different types of bone marrow cells and Handle class imbalance effectively to ensure reliable performance across all cell types.”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662BE-0447-48EC-A1D9-0A718ECC20D0}"/>
              </a:ext>
            </a:extLst>
          </p:cNvPr>
          <p:cNvSpPr>
            <a:spLocks noGrp="1"/>
          </p:cNvSpPr>
          <p:nvPr>
            <p:ph type="title"/>
          </p:nvPr>
        </p:nvSpPr>
        <p:spPr/>
        <p:txBody>
          <a:bodyPr/>
          <a:lstStyle/>
          <a:p>
            <a:pPr algn="ctr"/>
            <a:r>
              <a:rPr lang="en-IN" sz="8000" b="1" dirty="0">
                <a:solidFill>
                  <a:srgbClr val="C00000"/>
                </a:solidFill>
                <a:latin typeface="Times New Roman"/>
                <a:ea typeface="Times New Roman"/>
                <a:cs typeface="Times New Roman"/>
                <a:sym typeface="Times New Roman"/>
              </a:rPr>
              <a:t>Literature Review</a:t>
            </a:r>
            <a:endParaRPr lang="en-IN" dirty="0"/>
          </a:p>
        </p:txBody>
      </p:sp>
      <p:sp>
        <p:nvSpPr>
          <p:cNvPr id="3" name="Content Placeholder 2">
            <a:extLst>
              <a:ext uri="{FF2B5EF4-FFF2-40B4-BE49-F238E27FC236}">
                <a16:creationId xmlns:a16="http://schemas.microsoft.com/office/drawing/2014/main" id="{6F47E9B2-CAA7-4EB9-A9DA-02B9E105B4C4}"/>
              </a:ext>
            </a:extLst>
          </p:cNvPr>
          <p:cNvSpPr>
            <a:spLocks noGrp="1"/>
          </p:cNvSpPr>
          <p:nvPr>
            <p:ph idx="1"/>
          </p:nvPr>
        </p:nvSpPr>
        <p:spPr>
          <a:xfrm>
            <a:off x="1809655" y="3403943"/>
            <a:ext cx="16588502" cy="5979900"/>
          </a:xfrm>
        </p:spPr>
        <p:txBody>
          <a:bodyPr>
            <a:noAutofit/>
          </a:bodyPr>
          <a:lstStyle/>
          <a:p>
            <a:pPr algn="just">
              <a:lnSpc>
                <a:spcPct val="100000"/>
              </a:lnSpc>
            </a:pPr>
            <a:r>
              <a:rPr lang="en-US" sz="3200" dirty="0"/>
              <a:t>Deep learning has significantly advanced medical image analysis, with Convolutional Neural Networks (CNNs) such as ResNet-50 becoming a standard for tasks like cancer detection, histopathology, and blood smear analysis. Their residual connections enable deep architectures to extract rich features, but they often struggle with class imbalance and subtle morphological variations. More recently, Vision Transformers (</a:t>
            </a:r>
            <a:r>
              <a:rPr lang="en-US" sz="3200" dirty="0" err="1"/>
              <a:t>ViTs</a:t>
            </a:r>
            <a:r>
              <a:rPr lang="en-US" sz="3200" dirty="0"/>
              <a:t>) have emerged as powerful alternatives, treating images as sequences of patches and capturing global dependencies that CNNs may miss. Studies in biomedical imaging suggest that </a:t>
            </a:r>
            <a:r>
              <a:rPr lang="en-US" sz="3200" dirty="0" err="1"/>
              <a:t>ViTs</a:t>
            </a:r>
            <a:r>
              <a:rPr lang="en-US" sz="3200" dirty="0"/>
              <a:t> outperform CNNs in fine-grained classification tasks due to their ability to model contextual relationships between image regions. In hematology, automated bone marrow cell classification has primarily relied on CNN-based approaches, achieving moderate accuracy but facing challenges in distinguishing visually similar cell types. Comparatively, Transformer-based models remain underexplored in this domain, highlighting a research gap in evaluating their potential against CNNs for fine-grained classification of bone marrow cells.</a:t>
            </a:r>
          </a:p>
        </p:txBody>
      </p:sp>
    </p:spTree>
    <p:extLst>
      <p:ext uri="{BB962C8B-B14F-4D97-AF65-F5344CB8AC3E}">
        <p14:creationId xmlns:p14="http://schemas.microsoft.com/office/powerpoint/2010/main" val="3743943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graphicFrame>
        <p:nvGraphicFramePr>
          <p:cNvPr id="121" name="Google Shape;121;p16"/>
          <p:cNvGraphicFramePr/>
          <p:nvPr>
            <p:extLst>
              <p:ext uri="{D42A27DB-BD31-4B8C-83A1-F6EECF244321}">
                <p14:modId xmlns:p14="http://schemas.microsoft.com/office/powerpoint/2010/main" val="388034559"/>
              </p:ext>
            </p:extLst>
          </p:nvPr>
        </p:nvGraphicFramePr>
        <p:xfrm>
          <a:off x="925227" y="1319064"/>
          <a:ext cx="18256820" cy="9293791"/>
        </p:xfrm>
        <a:graphic>
          <a:graphicData uri="http://schemas.openxmlformats.org/drawingml/2006/table">
            <a:tbl>
              <a:tblPr firstRow="1" bandRow="1">
                <a:noFill/>
                <a:tableStyleId>{786965A4-4BA8-4662-854A-DF7913A153A0}</a:tableStyleId>
              </a:tblPr>
              <a:tblGrid>
                <a:gridCol w="3651364">
                  <a:extLst>
                    <a:ext uri="{9D8B030D-6E8A-4147-A177-3AD203B41FA5}">
                      <a16:colId xmlns:a16="http://schemas.microsoft.com/office/drawing/2014/main" val="20000"/>
                    </a:ext>
                  </a:extLst>
                </a:gridCol>
                <a:gridCol w="3651364">
                  <a:extLst>
                    <a:ext uri="{9D8B030D-6E8A-4147-A177-3AD203B41FA5}">
                      <a16:colId xmlns:a16="http://schemas.microsoft.com/office/drawing/2014/main" val="1253476528"/>
                    </a:ext>
                  </a:extLst>
                </a:gridCol>
                <a:gridCol w="3651364">
                  <a:extLst>
                    <a:ext uri="{9D8B030D-6E8A-4147-A177-3AD203B41FA5}">
                      <a16:colId xmlns:a16="http://schemas.microsoft.com/office/drawing/2014/main" val="1948966893"/>
                    </a:ext>
                  </a:extLst>
                </a:gridCol>
                <a:gridCol w="3651364">
                  <a:extLst>
                    <a:ext uri="{9D8B030D-6E8A-4147-A177-3AD203B41FA5}">
                      <a16:colId xmlns:a16="http://schemas.microsoft.com/office/drawing/2014/main" val="20001"/>
                    </a:ext>
                  </a:extLst>
                </a:gridCol>
                <a:gridCol w="3651364">
                  <a:extLst>
                    <a:ext uri="{9D8B030D-6E8A-4147-A177-3AD203B41FA5}">
                      <a16:colId xmlns:a16="http://schemas.microsoft.com/office/drawing/2014/main" val="20005"/>
                    </a:ext>
                  </a:extLst>
                </a:gridCol>
              </a:tblGrid>
              <a:tr h="450611">
                <a:tc rowSpan="2">
                  <a:txBody>
                    <a:bodyPr/>
                    <a:lstStyle/>
                    <a:p>
                      <a:pPr marL="0" marR="0" lvl="0" indent="0" algn="ctr" rtl="0">
                        <a:lnSpc>
                          <a:spcPct val="115000"/>
                        </a:lnSpc>
                        <a:spcBef>
                          <a:spcPts val="0"/>
                        </a:spcBef>
                        <a:spcAft>
                          <a:spcPts val="0"/>
                        </a:spcAft>
                        <a:buClr>
                          <a:schemeClr val="lt1"/>
                        </a:buClr>
                        <a:buSzPts val="2400"/>
                        <a:buFont typeface="Times New Roman"/>
                        <a:buNone/>
                      </a:pPr>
                      <a:r>
                        <a:rPr lang="en-IN" sz="2400" u="none" strike="noStrike" cap="none" dirty="0">
                          <a:solidFill>
                            <a:schemeClr val="lt1"/>
                          </a:solidFill>
                          <a:latin typeface="Times New Roman"/>
                          <a:ea typeface="Times New Roman"/>
                          <a:cs typeface="Times New Roman"/>
                          <a:sym typeface="Times New Roman"/>
                        </a:rPr>
                        <a:t>Title of the paper</a:t>
                      </a:r>
                      <a:endParaRPr sz="2400" u="none" strike="noStrike" cap="none" dirty="0">
                        <a:solidFill>
                          <a:schemeClr val="lt1"/>
                        </a:solidFill>
                        <a:latin typeface="Times New Roman"/>
                        <a:ea typeface="Times New Roman"/>
                        <a:cs typeface="Times New Roman"/>
                        <a:sym typeface="Times New Roman"/>
                      </a:endParaRPr>
                    </a:p>
                    <a:p>
                      <a:pPr marL="0" marR="0" lvl="0" indent="0" algn="ctr" rtl="0">
                        <a:lnSpc>
                          <a:spcPct val="115000"/>
                        </a:lnSpc>
                        <a:spcBef>
                          <a:spcPts val="0"/>
                        </a:spcBef>
                        <a:spcAft>
                          <a:spcPts val="0"/>
                        </a:spcAft>
                        <a:buNone/>
                      </a:pPr>
                      <a:endParaRPr sz="2400" u="none" strike="noStrike" cap="none" dirty="0">
                        <a:solidFill>
                          <a:schemeClr val="lt1"/>
                        </a:solidFill>
                        <a:latin typeface="Times New Roman"/>
                        <a:ea typeface="Times New Roman"/>
                        <a:cs typeface="Times New Roman"/>
                        <a:sym typeface="Times New Roman"/>
                      </a:endParaRPr>
                    </a:p>
                  </a:txBody>
                  <a:tcPr marL="153825" marR="153825" marT="0" marB="0"/>
                </a:tc>
                <a:tc rowSpan="2">
                  <a:txBody>
                    <a:bodyPr/>
                    <a:lstStyle/>
                    <a:p>
                      <a:pPr marL="0" marR="0" lvl="0" indent="0" algn="ctr" defTabSz="1508028" rtl="0" eaLnBrk="1" fontAlgn="auto" latinLnBrk="0" hangingPunct="1">
                        <a:lnSpc>
                          <a:spcPct val="115000"/>
                        </a:lnSpc>
                        <a:spcBef>
                          <a:spcPts val="0"/>
                        </a:spcBef>
                        <a:spcAft>
                          <a:spcPts val="0"/>
                        </a:spcAft>
                        <a:buClrTx/>
                        <a:buSzTx/>
                        <a:buFontTx/>
                        <a:buNone/>
                        <a:tabLst/>
                        <a:defRPr/>
                      </a:pPr>
                      <a:r>
                        <a:rPr lang="en-IN" sz="2400" u="none" strike="noStrike" cap="none" dirty="0">
                          <a:solidFill>
                            <a:schemeClr val="lt1"/>
                          </a:solidFill>
                          <a:latin typeface="Times New Roman"/>
                          <a:ea typeface="Times New Roman"/>
                          <a:cs typeface="Times New Roman"/>
                          <a:sym typeface="Times New Roman"/>
                        </a:rPr>
                        <a:t>Authors of the paper</a:t>
                      </a:r>
                    </a:p>
                    <a:p>
                      <a:pPr marL="0" marR="0" lvl="0" indent="0" algn="ctr" rtl="0">
                        <a:lnSpc>
                          <a:spcPct val="115000"/>
                        </a:lnSpc>
                        <a:spcBef>
                          <a:spcPts val="0"/>
                        </a:spcBef>
                        <a:spcAft>
                          <a:spcPts val="0"/>
                        </a:spcAft>
                        <a:buNone/>
                      </a:pPr>
                      <a:endParaRPr sz="2400" u="none" strike="noStrike" cap="none" dirty="0">
                        <a:solidFill>
                          <a:schemeClr val="lt1"/>
                        </a:solidFill>
                        <a:latin typeface="Times New Roman"/>
                        <a:ea typeface="Times New Roman"/>
                        <a:cs typeface="Times New Roman"/>
                        <a:sym typeface="Times New Roman"/>
                      </a:endParaRPr>
                    </a:p>
                  </a:txBody>
                  <a:tcPr marL="153825" marR="153825" marT="0" marB="0"/>
                </a:tc>
                <a:tc rowSpan="2">
                  <a:txBody>
                    <a:bodyPr/>
                    <a:lstStyle/>
                    <a:p>
                      <a:pPr marL="0" marR="0" lvl="0" indent="0" algn="ctr" rtl="0">
                        <a:lnSpc>
                          <a:spcPct val="115000"/>
                        </a:lnSpc>
                        <a:spcBef>
                          <a:spcPts val="0"/>
                        </a:spcBef>
                        <a:spcAft>
                          <a:spcPts val="0"/>
                        </a:spcAft>
                        <a:buNone/>
                      </a:pPr>
                      <a:r>
                        <a:rPr lang="en-US" sz="2400" u="none" strike="noStrike" cap="none" dirty="0">
                          <a:solidFill>
                            <a:schemeClr val="lt1"/>
                          </a:solidFill>
                          <a:latin typeface="Times New Roman"/>
                          <a:ea typeface="Times New Roman"/>
                          <a:cs typeface="Times New Roman"/>
                          <a:sym typeface="Times New Roman"/>
                        </a:rPr>
                        <a:t>Year</a:t>
                      </a:r>
                      <a:endParaRPr sz="2400" u="none" strike="noStrike" cap="none" dirty="0">
                        <a:solidFill>
                          <a:schemeClr val="lt1"/>
                        </a:solidFill>
                        <a:latin typeface="Times New Roman"/>
                        <a:ea typeface="Times New Roman"/>
                        <a:cs typeface="Times New Roman"/>
                        <a:sym typeface="Times New Roman"/>
                      </a:endParaRPr>
                    </a:p>
                  </a:txBody>
                  <a:tcPr marL="153825" marR="153825" marT="0" marB="0"/>
                </a:tc>
                <a:tc rowSpan="2">
                  <a:txBody>
                    <a:bodyPr/>
                    <a:lstStyle/>
                    <a:p>
                      <a:pPr marL="0" marR="0" lvl="0" indent="0" algn="ctr" rtl="0">
                        <a:lnSpc>
                          <a:spcPct val="115000"/>
                        </a:lnSpc>
                        <a:spcBef>
                          <a:spcPts val="0"/>
                        </a:spcBef>
                        <a:spcAft>
                          <a:spcPts val="0"/>
                        </a:spcAft>
                        <a:buNone/>
                      </a:pPr>
                      <a:r>
                        <a:rPr lang="en-IN" sz="2969" b="0" i="0" kern="1200" dirty="0">
                          <a:solidFill>
                            <a:schemeClr val="lt1"/>
                          </a:solidFill>
                          <a:effectLst/>
                          <a:latin typeface="Calibri"/>
                          <a:ea typeface="Calibri"/>
                          <a:cs typeface="Calibri"/>
                        </a:rPr>
                        <a:t>Method</a:t>
                      </a:r>
                      <a:endParaRPr sz="2400" u="none" strike="noStrike" cap="none" dirty="0">
                        <a:solidFill>
                          <a:schemeClr val="lt1"/>
                        </a:solidFill>
                        <a:latin typeface="Times New Roman"/>
                        <a:ea typeface="Times New Roman"/>
                        <a:cs typeface="Times New Roman"/>
                        <a:sym typeface="Times New Roman"/>
                      </a:endParaRPr>
                    </a:p>
                  </a:txBody>
                  <a:tcPr marL="153825" marR="153825" marT="0" marB="0"/>
                </a:tc>
                <a:tc>
                  <a:txBody>
                    <a:bodyPr/>
                    <a:lstStyle/>
                    <a:p>
                      <a:r>
                        <a:rPr lang="en-US" dirty="0"/>
                        <a:t>Key findings</a:t>
                      </a:r>
                    </a:p>
                  </a:txBody>
                  <a:tcPr/>
                </a:tc>
                <a:extLst>
                  <a:ext uri="{0D108BD9-81ED-4DB2-BD59-A6C34878D82A}">
                    <a16:rowId xmlns:a16="http://schemas.microsoft.com/office/drawing/2014/main" val="10000"/>
                  </a:ext>
                </a:extLst>
              </a:tr>
              <a:tr h="650537">
                <a:tc vMerge="1">
                  <a:txBody>
                    <a:bodyPr/>
                    <a:lstStyle/>
                    <a:p>
                      <a:endParaRPr lang="en-US"/>
                    </a:p>
                  </a:txBody>
                  <a:tcPr/>
                </a:tc>
                <a:tc vMerge="1">
                  <a:txBody>
                    <a:bodyPr/>
                    <a:lstStyle/>
                    <a:p>
                      <a:endParaRPr lang="en-IN"/>
                    </a:p>
                  </a:txBody>
                  <a:tcPr/>
                </a:tc>
                <a:tc vMerge="1">
                  <a:txBody>
                    <a:bodyPr/>
                    <a:lstStyle/>
                    <a:p>
                      <a:endParaRPr lang="en-IN"/>
                    </a:p>
                  </a:txBody>
                  <a:tcPr/>
                </a:tc>
                <a:tc vMerge="1">
                  <a:txBody>
                    <a:bodyPr/>
                    <a:lstStyle/>
                    <a:p>
                      <a:endParaRPr lang="en-US"/>
                    </a:p>
                  </a:txBody>
                  <a:tcPr/>
                </a:tc>
                <a:tc>
                  <a:txBody>
                    <a:bodyPr/>
                    <a:lstStyle/>
                    <a:p>
                      <a:endParaRPr lang="en-US"/>
                    </a:p>
                  </a:txBody>
                  <a:tcPr/>
                </a:tc>
                <a:extLst>
                  <a:ext uri="{0D108BD9-81ED-4DB2-BD59-A6C34878D82A}">
                    <a16:rowId xmlns:a16="http://schemas.microsoft.com/office/drawing/2014/main" val="10001"/>
                  </a:ext>
                </a:extLst>
              </a:tr>
              <a:tr h="2324911">
                <a:tc>
                  <a:txBody>
                    <a:bodyPr/>
                    <a:lstStyle/>
                    <a:p>
                      <a:pPr fontAlgn="base" latinLnBrk="0">
                        <a:buNone/>
                      </a:pPr>
                      <a:r>
                        <a:rPr lang="en-US" dirty="0">
                          <a:effectLst/>
                        </a:rPr>
                        <a:t>A novel strategy to improve bone marrow cell classification</a:t>
                      </a:r>
                    </a:p>
                  </a:txBody>
                  <a:tcPr marL="50800" marR="50800" anchor="ctr"/>
                </a:tc>
                <a:tc>
                  <a:txBody>
                    <a:bodyPr/>
                    <a:lstStyle/>
                    <a:p>
                      <a:pPr fontAlgn="base" latinLnBrk="0">
                        <a:buNone/>
                      </a:pPr>
                      <a:r>
                        <a:rPr lang="en-IN">
                          <a:effectLst/>
                        </a:rPr>
                        <a:t>Zeng et al.</a:t>
                      </a:r>
                    </a:p>
                  </a:txBody>
                  <a:tcPr marL="50800" marR="50800" anchor="ctr"/>
                </a:tc>
                <a:tc>
                  <a:txBody>
                    <a:bodyPr/>
                    <a:lstStyle/>
                    <a:p>
                      <a:pPr fontAlgn="base" latinLnBrk="0">
                        <a:buNone/>
                      </a:pPr>
                      <a:r>
                        <a:rPr lang="en-IN">
                          <a:effectLst/>
                        </a:rPr>
                        <a:t>2024</a:t>
                      </a:r>
                    </a:p>
                  </a:txBody>
                  <a:tcPr marL="50800" marR="50800" anchor="ctr"/>
                </a:tc>
                <a:tc>
                  <a:txBody>
                    <a:bodyPr/>
                    <a:lstStyle/>
                    <a:p>
                      <a:pPr fontAlgn="base" latinLnBrk="0">
                        <a:buNone/>
                      </a:pPr>
                      <a:r>
                        <a:rPr lang="en-IN">
                          <a:effectLst/>
                        </a:rPr>
                        <a:t>Hierarchical-CNN</a:t>
                      </a:r>
                    </a:p>
                  </a:txBody>
                  <a:tcPr marL="50800" marR="50800" anchor="ctr"/>
                </a:tc>
                <a:tc>
                  <a:txBody>
                    <a:bodyPr/>
                    <a:lstStyle/>
                    <a:p>
                      <a:pPr fontAlgn="base" latinLnBrk="0">
                        <a:buNone/>
                      </a:pPr>
                      <a:r>
                        <a:rPr lang="en-US">
                          <a:effectLst/>
                        </a:rPr>
                        <a:t>Multi-stage training boosts accuracy for rare cells</a:t>
                      </a:r>
                    </a:p>
                  </a:txBody>
                  <a:tcPr marL="50800" marR="50800" anchor="ctr"/>
                </a:tc>
                <a:extLst>
                  <a:ext uri="{0D108BD9-81ED-4DB2-BD59-A6C34878D82A}">
                    <a16:rowId xmlns:a16="http://schemas.microsoft.com/office/drawing/2014/main" val="10002"/>
                  </a:ext>
                </a:extLst>
              </a:tr>
              <a:tr h="3074631">
                <a:tc>
                  <a:txBody>
                    <a:bodyPr/>
                    <a:lstStyle/>
                    <a:p>
                      <a:pPr fontAlgn="base" latinLnBrk="0">
                        <a:buNone/>
                      </a:pPr>
                      <a:r>
                        <a:rPr lang="en-US">
                          <a:effectLst/>
                        </a:rPr>
                        <a:t>Recent advancements in machine learning for bone marrow cell identification</a:t>
                      </a:r>
                    </a:p>
                  </a:txBody>
                  <a:tcPr marL="50800" marR="50800" anchor="ctr"/>
                </a:tc>
                <a:tc>
                  <a:txBody>
                    <a:bodyPr/>
                    <a:lstStyle/>
                    <a:p>
                      <a:pPr fontAlgn="base" latinLnBrk="0">
                        <a:buNone/>
                      </a:pPr>
                      <a:r>
                        <a:rPr lang="en-IN">
                          <a:effectLst/>
                        </a:rPr>
                        <a:t>Zhou et al.</a:t>
                      </a:r>
                    </a:p>
                  </a:txBody>
                  <a:tcPr marL="50800" marR="50800" anchor="ctr"/>
                </a:tc>
                <a:tc>
                  <a:txBody>
                    <a:bodyPr/>
                    <a:lstStyle/>
                    <a:p>
                      <a:pPr fontAlgn="base" latinLnBrk="0">
                        <a:buNone/>
                      </a:pPr>
                      <a:r>
                        <a:rPr lang="en-IN">
                          <a:effectLst/>
                        </a:rPr>
                        <a:t>2024</a:t>
                      </a:r>
                    </a:p>
                  </a:txBody>
                  <a:tcPr marL="50800" marR="50800" anchor="ctr"/>
                </a:tc>
                <a:tc>
                  <a:txBody>
                    <a:bodyPr/>
                    <a:lstStyle/>
                    <a:p>
                      <a:pPr fontAlgn="base" latinLnBrk="0">
                        <a:buNone/>
                      </a:pPr>
                      <a:r>
                        <a:rPr lang="en-IN">
                          <a:effectLst/>
                        </a:rPr>
                        <a:t>CNN-based, Transfer Learning</a:t>
                      </a:r>
                    </a:p>
                  </a:txBody>
                  <a:tcPr marL="50800" marR="50800" anchor="ctr"/>
                </a:tc>
                <a:tc>
                  <a:txBody>
                    <a:bodyPr/>
                    <a:lstStyle/>
                    <a:p>
                      <a:pPr fontAlgn="base" latinLnBrk="0">
                        <a:buNone/>
                      </a:pPr>
                      <a:r>
                        <a:rPr lang="en-US">
                          <a:effectLst/>
                        </a:rPr>
                        <a:t>CNNs outperform manual evaluation, transfer learning effective with small data</a:t>
                      </a:r>
                    </a:p>
                  </a:txBody>
                  <a:tcPr marL="50800" marR="50800" anchor="ctr"/>
                </a:tc>
                <a:extLst>
                  <a:ext uri="{0D108BD9-81ED-4DB2-BD59-A6C34878D82A}">
                    <a16:rowId xmlns:a16="http://schemas.microsoft.com/office/drawing/2014/main" val="4078587995"/>
                  </a:ext>
                </a:extLst>
              </a:tr>
              <a:tr h="2699771">
                <a:tc>
                  <a:txBody>
                    <a:bodyPr/>
                    <a:lstStyle/>
                    <a:p>
                      <a:pPr fontAlgn="base" latinLnBrk="0">
                        <a:buNone/>
                      </a:pPr>
                      <a:r>
                        <a:rPr lang="en-US">
                          <a:effectLst/>
                        </a:rPr>
                        <a:t>Automated Bone Marrow Cell Classification for Leukemia Diagnosis</a:t>
                      </a:r>
                    </a:p>
                  </a:txBody>
                  <a:tcPr marL="50800" marR="50800" anchor="ctr"/>
                </a:tc>
                <a:tc>
                  <a:txBody>
                    <a:bodyPr/>
                    <a:lstStyle/>
                    <a:p>
                      <a:pPr fontAlgn="base" latinLnBrk="0">
                        <a:buNone/>
                      </a:pPr>
                      <a:r>
                        <a:rPr lang="en-IN">
                          <a:effectLst/>
                        </a:rPr>
                        <a:t>Liu et al.</a:t>
                      </a:r>
                    </a:p>
                  </a:txBody>
                  <a:tcPr marL="50800" marR="50800" anchor="ctr"/>
                </a:tc>
                <a:tc>
                  <a:txBody>
                    <a:bodyPr/>
                    <a:lstStyle/>
                    <a:p>
                      <a:pPr fontAlgn="base" latinLnBrk="0">
                        <a:buNone/>
                      </a:pPr>
                      <a:r>
                        <a:rPr lang="en-IN">
                          <a:effectLst/>
                        </a:rPr>
                        <a:t>2022</a:t>
                      </a:r>
                    </a:p>
                  </a:txBody>
                  <a:tcPr marL="50800" marR="50800" anchor="ctr"/>
                </a:tc>
                <a:tc>
                  <a:txBody>
                    <a:bodyPr/>
                    <a:lstStyle/>
                    <a:p>
                      <a:pPr fontAlgn="base" latinLnBrk="0">
                        <a:buNone/>
                      </a:pPr>
                      <a:r>
                        <a:rPr lang="en-IN">
                          <a:effectLst/>
                        </a:rPr>
                        <a:t>Siamese Network, Triplet Loss</a:t>
                      </a:r>
                    </a:p>
                  </a:txBody>
                  <a:tcPr marL="50800" marR="50800" anchor="ctr"/>
                </a:tc>
                <a:tc>
                  <a:txBody>
                    <a:bodyPr/>
                    <a:lstStyle/>
                    <a:p>
                      <a:pPr fontAlgn="base" latinLnBrk="0">
                        <a:buNone/>
                      </a:pPr>
                      <a:r>
                        <a:rPr lang="en-US" dirty="0">
                          <a:effectLst/>
                        </a:rPr>
                        <a:t>Siamese networks manage class imbalance, precise leukemic cell recognition</a:t>
                      </a:r>
                    </a:p>
                  </a:txBody>
                  <a:tcPr marL="50800" marR="50800" anchor="ctr"/>
                </a:tc>
                <a:extLst>
                  <a:ext uri="{0D108BD9-81ED-4DB2-BD59-A6C34878D82A}">
                    <a16:rowId xmlns:a16="http://schemas.microsoft.com/office/drawing/2014/main" val="1873952717"/>
                  </a:ext>
                </a:extLst>
              </a:tr>
            </a:tbl>
          </a:graphicData>
        </a:graphic>
      </p:graphicFrame>
      <p:sp>
        <p:nvSpPr>
          <p:cNvPr id="122" name="Google Shape;122;p16"/>
          <p:cNvSpPr txBox="1"/>
          <p:nvPr/>
        </p:nvSpPr>
        <p:spPr>
          <a:xfrm>
            <a:off x="1290638" y="0"/>
            <a:ext cx="18095912" cy="1306513"/>
          </a:xfrm>
          <a:prstGeom prst="rect">
            <a:avLst/>
          </a:prstGeom>
          <a:noFill/>
          <a:ln>
            <a:noFill/>
          </a:ln>
        </p:spPr>
        <p:txBody>
          <a:bodyPr spcFirstLastPara="1" wrap="square" lIns="201000" tIns="100500" rIns="201000" bIns="100500" anchor="t" anchorCtr="0">
            <a:noAutofit/>
          </a:bodyPr>
          <a:lstStyle/>
          <a:p>
            <a:pPr marL="0" marR="0" lvl="0" indent="0" algn="ctr" rtl="0">
              <a:spcBef>
                <a:spcPts val="0"/>
              </a:spcBef>
              <a:spcAft>
                <a:spcPts val="0"/>
              </a:spcAft>
              <a:buNone/>
            </a:pPr>
            <a:r>
              <a:rPr lang="en-IN" sz="7000" b="1">
                <a:solidFill>
                  <a:srgbClr val="C00000"/>
                </a:solidFill>
                <a:latin typeface="Times New Roman"/>
                <a:ea typeface="Times New Roman"/>
                <a:cs typeface="Times New Roman"/>
                <a:sym typeface="Times New Roman"/>
              </a:rPr>
              <a:t>Literature Review </a:t>
            </a:r>
            <a:endParaRPr sz="7000" b="1">
              <a:solidFill>
                <a:srgbClr val="C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EC49A552-AF84-DA51-3C08-6312759EC821}"/>
            </a:ext>
          </a:extLst>
        </p:cNvPr>
        <p:cNvGrpSpPr/>
        <p:nvPr/>
      </p:nvGrpSpPr>
      <p:grpSpPr>
        <a:xfrm>
          <a:off x="0" y="0"/>
          <a:ext cx="0" cy="0"/>
          <a:chOff x="0" y="0"/>
          <a:chExt cx="0" cy="0"/>
        </a:xfrm>
      </p:grpSpPr>
      <p:graphicFrame>
        <p:nvGraphicFramePr>
          <p:cNvPr id="121" name="Google Shape;121;p16">
            <a:extLst>
              <a:ext uri="{FF2B5EF4-FFF2-40B4-BE49-F238E27FC236}">
                <a16:creationId xmlns:a16="http://schemas.microsoft.com/office/drawing/2014/main" id="{651F26F6-A837-78C6-0668-A60D9FD1908C}"/>
              </a:ext>
            </a:extLst>
          </p:cNvPr>
          <p:cNvGraphicFramePr/>
          <p:nvPr>
            <p:extLst>
              <p:ext uri="{D42A27DB-BD31-4B8C-83A1-F6EECF244321}">
                <p14:modId xmlns:p14="http://schemas.microsoft.com/office/powerpoint/2010/main" val="1939776972"/>
              </p:ext>
            </p:extLst>
          </p:nvPr>
        </p:nvGraphicFramePr>
        <p:xfrm>
          <a:off x="925227" y="1319064"/>
          <a:ext cx="18256820" cy="9322825"/>
        </p:xfrm>
        <a:graphic>
          <a:graphicData uri="http://schemas.openxmlformats.org/drawingml/2006/table">
            <a:tbl>
              <a:tblPr firstRow="1" bandRow="1">
                <a:noFill/>
                <a:tableStyleId>{786965A4-4BA8-4662-854A-DF7913A153A0}</a:tableStyleId>
              </a:tblPr>
              <a:tblGrid>
                <a:gridCol w="3651364">
                  <a:extLst>
                    <a:ext uri="{9D8B030D-6E8A-4147-A177-3AD203B41FA5}">
                      <a16:colId xmlns:a16="http://schemas.microsoft.com/office/drawing/2014/main" val="20000"/>
                    </a:ext>
                  </a:extLst>
                </a:gridCol>
                <a:gridCol w="3651364">
                  <a:extLst>
                    <a:ext uri="{9D8B030D-6E8A-4147-A177-3AD203B41FA5}">
                      <a16:colId xmlns:a16="http://schemas.microsoft.com/office/drawing/2014/main" val="1253476528"/>
                    </a:ext>
                  </a:extLst>
                </a:gridCol>
                <a:gridCol w="3651364">
                  <a:extLst>
                    <a:ext uri="{9D8B030D-6E8A-4147-A177-3AD203B41FA5}">
                      <a16:colId xmlns:a16="http://schemas.microsoft.com/office/drawing/2014/main" val="1948966893"/>
                    </a:ext>
                  </a:extLst>
                </a:gridCol>
                <a:gridCol w="3651364">
                  <a:extLst>
                    <a:ext uri="{9D8B030D-6E8A-4147-A177-3AD203B41FA5}">
                      <a16:colId xmlns:a16="http://schemas.microsoft.com/office/drawing/2014/main" val="20001"/>
                    </a:ext>
                  </a:extLst>
                </a:gridCol>
                <a:gridCol w="3651364">
                  <a:extLst>
                    <a:ext uri="{9D8B030D-6E8A-4147-A177-3AD203B41FA5}">
                      <a16:colId xmlns:a16="http://schemas.microsoft.com/office/drawing/2014/main" val="20005"/>
                    </a:ext>
                  </a:extLst>
                </a:gridCol>
              </a:tblGrid>
              <a:tr h="450611">
                <a:tc rowSpan="2">
                  <a:txBody>
                    <a:bodyPr/>
                    <a:lstStyle/>
                    <a:p>
                      <a:pPr marL="0" marR="0" lvl="0" indent="0" algn="ctr" rtl="0">
                        <a:lnSpc>
                          <a:spcPct val="115000"/>
                        </a:lnSpc>
                        <a:spcBef>
                          <a:spcPts val="0"/>
                        </a:spcBef>
                        <a:spcAft>
                          <a:spcPts val="0"/>
                        </a:spcAft>
                        <a:buClr>
                          <a:schemeClr val="lt1"/>
                        </a:buClr>
                        <a:buSzPts val="2400"/>
                        <a:buFont typeface="Times New Roman"/>
                        <a:buNone/>
                      </a:pPr>
                      <a:r>
                        <a:rPr lang="en-IN" sz="2400" u="none" strike="noStrike" cap="none" dirty="0">
                          <a:solidFill>
                            <a:schemeClr val="lt1"/>
                          </a:solidFill>
                          <a:latin typeface="Times New Roman"/>
                          <a:ea typeface="Times New Roman"/>
                          <a:cs typeface="Times New Roman"/>
                          <a:sym typeface="Times New Roman"/>
                        </a:rPr>
                        <a:t>Title of the paper</a:t>
                      </a:r>
                      <a:endParaRPr sz="2400" u="none" strike="noStrike" cap="none" dirty="0">
                        <a:solidFill>
                          <a:schemeClr val="lt1"/>
                        </a:solidFill>
                        <a:latin typeface="Times New Roman"/>
                        <a:ea typeface="Times New Roman"/>
                        <a:cs typeface="Times New Roman"/>
                        <a:sym typeface="Times New Roman"/>
                      </a:endParaRPr>
                    </a:p>
                    <a:p>
                      <a:pPr marL="0" marR="0" lvl="0" indent="0" algn="ctr" rtl="0">
                        <a:lnSpc>
                          <a:spcPct val="115000"/>
                        </a:lnSpc>
                        <a:spcBef>
                          <a:spcPts val="0"/>
                        </a:spcBef>
                        <a:spcAft>
                          <a:spcPts val="0"/>
                        </a:spcAft>
                        <a:buNone/>
                      </a:pPr>
                      <a:endParaRPr sz="2400" u="none" strike="noStrike" cap="none" dirty="0">
                        <a:solidFill>
                          <a:schemeClr val="lt1"/>
                        </a:solidFill>
                        <a:latin typeface="Times New Roman"/>
                        <a:ea typeface="Times New Roman"/>
                        <a:cs typeface="Times New Roman"/>
                        <a:sym typeface="Times New Roman"/>
                      </a:endParaRPr>
                    </a:p>
                  </a:txBody>
                  <a:tcPr marL="153825" marR="153825" marT="0" marB="0"/>
                </a:tc>
                <a:tc rowSpan="2">
                  <a:txBody>
                    <a:bodyPr/>
                    <a:lstStyle/>
                    <a:p>
                      <a:pPr marL="0" marR="0" lvl="0" indent="0" algn="ctr" defTabSz="1508028" rtl="0" eaLnBrk="1" fontAlgn="auto" latinLnBrk="0" hangingPunct="1">
                        <a:lnSpc>
                          <a:spcPct val="115000"/>
                        </a:lnSpc>
                        <a:spcBef>
                          <a:spcPts val="0"/>
                        </a:spcBef>
                        <a:spcAft>
                          <a:spcPts val="0"/>
                        </a:spcAft>
                        <a:buClrTx/>
                        <a:buSzTx/>
                        <a:buFontTx/>
                        <a:buNone/>
                        <a:tabLst/>
                        <a:defRPr/>
                      </a:pPr>
                      <a:r>
                        <a:rPr lang="en-IN" sz="2400" u="none" strike="noStrike" cap="none" dirty="0">
                          <a:solidFill>
                            <a:schemeClr val="lt1"/>
                          </a:solidFill>
                          <a:latin typeface="Times New Roman"/>
                          <a:ea typeface="Times New Roman"/>
                          <a:cs typeface="Times New Roman"/>
                          <a:sym typeface="Times New Roman"/>
                        </a:rPr>
                        <a:t>Authors of the paper</a:t>
                      </a:r>
                    </a:p>
                    <a:p>
                      <a:pPr marL="0" marR="0" lvl="0" indent="0" algn="ctr" rtl="0">
                        <a:lnSpc>
                          <a:spcPct val="115000"/>
                        </a:lnSpc>
                        <a:spcBef>
                          <a:spcPts val="0"/>
                        </a:spcBef>
                        <a:spcAft>
                          <a:spcPts val="0"/>
                        </a:spcAft>
                        <a:buNone/>
                      </a:pPr>
                      <a:endParaRPr sz="2400" u="none" strike="noStrike" cap="none" dirty="0">
                        <a:solidFill>
                          <a:schemeClr val="lt1"/>
                        </a:solidFill>
                        <a:latin typeface="Times New Roman"/>
                        <a:ea typeface="Times New Roman"/>
                        <a:cs typeface="Times New Roman"/>
                        <a:sym typeface="Times New Roman"/>
                      </a:endParaRPr>
                    </a:p>
                  </a:txBody>
                  <a:tcPr marL="153825" marR="153825" marT="0" marB="0"/>
                </a:tc>
                <a:tc rowSpan="2">
                  <a:txBody>
                    <a:bodyPr/>
                    <a:lstStyle/>
                    <a:p>
                      <a:pPr marL="0" marR="0" lvl="0" indent="0" algn="ctr" rtl="0">
                        <a:lnSpc>
                          <a:spcPct val="115000"/>
                        </a:lnSpc>
                        <a:spcBef>
                          <a:spcPts val="0"/>
                        </a:spcBef>
                        <a:spcAft>
                          <a:spcPts val="0"/>
                        </a:spcAft>
                        <a:buNone/>
                      </a:pPr>
                      <a:r>
                        <a:rPr lang="en-US" sz="2400" u="none" strike="noStrike" cap="none" dirty="0">
                          <a:solidFill>
                            <a:schemeClr val="lt1"/>
                          </a:solidFill>
                          <a:latin typeface="Times New Roman"/>
                          <a:ea typeface="Times New Roman"/>
                          <a:cs typeface="Times New Roman"/>
                          <a:sym typeface="Times New Roman"/>
                        </a:rPr>
                        <a:t>Year</a:t>
                      </a:r>
                      <a:endParaRPr sz="2400" u="none" strike="noStrike" cap="none" dirty="0">
                        <a:solidFill>
                          <a:schemeClr val="lt1"/>
                        </a:solidFill>
                        <a:latin typeface="Times New Roman"/>
                        <a:ea typeface="Times New Roman"/>
                        <a:cs typeface="Times New Roman"/>
                        <a:sym typeface="Times New Roman"/>
                      </a:endParaRPr>
                    </a:p>
                  </a:txBody>
                  <a:tcPr marL="153825" marR="153825" marT="0" marB="0"/>
                </a:tc>
                <a:tc rowSpan="2">
                  <a:txBody>
                    <a:bodyPr/>
                    <a:lstStyle/>
                    <a:p>
                      <a:pPr marL="0" marR="0" lvl="0" indent="0" algn="ctr" rtl="0">
                        <a:lnSpc>
                          <a:spcPct val="115000"/>
                        </a:lnSpc>
                        <a:spcBef>
                          <a:spcPts val="0"/>
                        </a:spcBef>
                        <a:spcAft>
                          <a:spcPts val="0"/>
                        </a:spcAft>
                        <a:buNone/>
                      </a:pPr>
                      <a:r>
                        <a:rPr lang="en-IN" sz="2969" b="0" i="0" kern="1200" dirty="0">
                          <a:solidFill>
                            <a:schemeClr val="lt1"/>
                          </a:solidFill>
                          <a:effectLst/>
                          <a:latin typeface="Calibri"/>
                          <a:ea typeface="Calibri"/>
                          <a:cs typeface="Calibri"/>
                        </a:rPr>
                        <a:t>Method</a:t>
                      </a:r>
                      <a:endParaRPr sz="2400" u="none" strike="noStrike" cap="none" dirty="0">
                        <a:solidFill>
                          <a:schemeClr val="lt1"/>
                        </a:solidFill>
                        <a:latin typeface="Times New Roman"/>
                        <a:ea typeface="Times New Roman"/>
                        <a:cs typeface="Times New Roman"/>
                        <a:sym typeface="Times New Roman"/>
                      </a:endParaRPr>
                    </a:p>
                  </a:txBody>
                  <a:tcPr marL="153825" marR="153825" marT="0" marB="0"/>
                </a:tc>
                <a:tc>
                  <a:txBody>
                    <a:bodyPr/>
                    <a:lstStyle/>
                    <a:p>
                      <a:r>
                        <a:rPr lang="en-US" dirty="0"/>
                        <a:t>Key findings</a:t>
                      </a:r>
                    </a:p>
                  </a:txBody>
                  <a:tcPr/>
                </a:tc>
                <a:extLst>
                  <a:ext uri="{0D108BD9-81ED-4DB2-BD59-A6C34878D82A}">
                    <a16:rowId xmlns:a16="http://schemas.microsoft.com/office/drawing/2014/main" val="10000"/>
                  </a:ext>
                </a:extLst>
              </a:tr>
              <a:tr h="650537">
                <a:tc vMerge="1">
                  <a:txBody>
                    <a:bodyPr/>
                    <a:lstStyle/>
                    <a:p>
                      <a:endParaRPr lang="en-US"/>
                    </a:p>
                  </a:txBody>
                  <a:tcPr/>
                </a:tc>
                <a:tc vMerge="1">
                  <a:txBody>
                    <a:bodyPr/>
                    <a:lstStyle/>
                    <a:p>
                      <a:endParaRPr lang="en-IN"/>
                    </a:p>
                  </a:txBody>
                  <a:tcPr/>
                </a:tc>
                <a:tc vMerge="1">
                  <a:txBody>
                    <a:bodyPr/>
                    <a:lstStyle/>
                    <a:p>
                      <a:endParaRPr lang="en-IN"/>
                    </a:p>
                  </a:txBody>
                  <a:tcPr/>
                </a:tc>
                <a:tc vMerge="1">
                  <a:txBody>
                    <a:bodyPr/>
                    <a:lstStyle/>
                    <a:p>
                      <a:endParaRPr lang="en-US"/>
                    </a:p>
                  </a:txBody>
                  <a:tcPr/>
                </a:tc>
                <a:tc>
                  <a:txBody>
                    <a:bodyPr/>
                    <a:lstStyle/>
                    <a:p>
                      <a:endParaRPr lang="en-US"/>
                    </a:p>
                  </a:txBody>
                  <a:tcPr/>
                </a:tc>
                <a:extLst>
                  <a:ext uri="{0D108BD9-81ED-4DB2-BD59-A6C34878D82A}">
                    <a16:rowId xmlns:a16="http://schemas.microsoft.com/office/drawing/2014/main" val="10001"/>
                  </a:ext>
                </a:extLst>
              </a:tr>
              <a:tr h="2324911">
                <a:tc>
                  <a:txBody>
                    <a:bodyPr/>
                    <a:lstStyle/>
                    <a:p>
                      <a:pPr fontAlgn="base" latinLnBrk="0">
                        <a:buNone/>
                      </a:pPr>
                      <a:r>
                        <a:rPr lang="en-US">
                          <a:effectLst/>
                        </a:rPr>
                        <a:t>Models for the marrow: A comprehensive review of AI-based cell classification</a:t>
                      </a:r>
                    </a:p>
                  </a:txBody>
                  <a:tcPr marL="50800" marR="50800" anchor="ctr"/>
                </a:tc>
                <a:tc>
                  <a:txBody>
                    <a:bodyPr/>
                    <a:lstStyle/>
                    <a:p>
                      <a:pPr fontAlgn="base" latinLnBrk="0">
                        <a:buNone/>
                      </a:pPr>
                      <a:r>
                        <a:rPr lang="en-IN">
                          <a:effectLst/>
                        </a:rPr>
                        <a:t>Gupta et al.</a:t>
                      </a:r>
                    </a:p>
                  </a:txBody>
                  <a:tcPr marL="50800" marR="50800" anchor="ctr"/>
                </a:tc>
                <a:tc>
                  <a:txBody>
                    <a:bodyPr/>
                    <a:lstStyle/>
                    <a:p>
                      <a:pPr fontAlgn="base" latinLnBrk="0">
                        <a:buNone/>
                      </a:pPr>
                      <a:r>
                        <a:rPr lang="en-IN">
                          <a:effectLst/>
                        </a:rPr>
                        <a:t>2024</a:t>
                      </a:r>
                    </a:p>
                  </a:txBody>
                  <a:tcPr marL="50800" marR="50800" anchor="ctr"/>
                </a:tc>
                <a:tc>
                  <a:txBody>
                    <a:bodyPr/>
                    <a:lstStyle/>
                    <a:p>
                      <a:pPr fontAlgn="base" latinLnBrk="0">
                        <a:buNone/>
                      </a:pPr>
                      <a:r>
                        <a:rPr lang="en-IN">
                          <a:effectLst/>
                        </a:rPr>
                        <a:t>Review/Survey</a:t>
                      </a:r>
                    </a:p>
                  </a:txBody>
                  <a:tcPr marL="50800" marR="50800" anchor="ctr"/>
                </a:tc>
                <a:tc>
                  <a:txBody>
                    <a:bodyPr/>
                    <a:lstStyle/>
                    <a:p>
                      <a:pPr fontAlgn="base" latinLnBrk="0">
                        <a:buNone/>
                      </a:pPr>
                      <a:r>
                        <a:rPr lang="en-IN">
                          <a:effectLst/>
                        </a:rPr>
                        <a:t>Multiple public datasets</a:t>
                      </a:r>
                    </a:p>
                  </a:txBody>
                  <a:tcPr marL="50800" marR="50800" anchor="ctr"/>
                </a:tc>
                <a:extLst>
                  <a:ext uri="{0D108BD9-81ED-4DB2-BD59-A6C34878D82A}">
                    <a16:rowId xmlns:a16="http://schemas.microsoft.com/office/drawing/2014/main" val="10002"/>
                  </a:ext>
                </a:extLst>
              </a:tr>
              <a:tr h="3074631">
                <a:tc>
                  <a:txBody>
                    <a:bodyPr/>
                    <a:lstStyle/>
                    <a:p>
                      <a:pPr fontAlgn="base" latinLnBrk="0">
                        <a:buNone/>
                      </a:pPr>
                      <a:r>
                        <a:rPr lang="en-US">
                          <a:effectLst/>
                        </a:rPr>
                        <a:t>A machine learning-based algorithm for bone marrow cell identification</a:t>
                      </a:r>
                    </a:p>
                  </a:txBody>
                  <a:tcPr marL="50800" marR="50800" anchor="ctr"/>
                </a:tc>
                <a:tc>
                  <a:txBody>
                    <a:bodyPr/>
                    <a:lstStyle/>
                    <a:p>
                      <a:pPr fontAlgn="base" latinLnBrk="0">
                        <a:buNone/>
                      </a:pPr>
                      <a:r>
                        <a:rPr lang="en-IN">
                          <a:effectLst/>
                        </a:rPr>
                        <a:t>Wang et al.</a:t>
                      </a:r>
                    </a:p>
                  </a:txBody>
                  <a:tcPr marL="50800" marR="50800" anchor="ctr"/>
                </a:tc>
                <a:tc>
                  <a:txBody>
                    <a:bodyPr/>
                    <a:lstStyle/>
                    <a:p>
                      <a:pPr fontAlgn="base" latinLnBrk="0">
                        <a:buNone/>
                      </a:pPr>
                      <a:r>
                        <a:rPr lang="en-IN">
                          <a:effectLst/>
                        </a:rPr>
                        <a:t>2024</a:t>
                      </a:r>
                    </a:p>
                  </a:txBody>
                  <a:tcPr marL="50800" marR="50800" anchor="ctr"/>
                </a:tc>
                <a:tc>
                  <a:txBody>
                    <a:bodyPr/>
                    <a:lstStyle/>
                    <a:p>
                      <a:pPr fontAlgn="base" latinLnBrk="0">
                        <a:buNone/>
                      </a:pPr>
                      <a:r>
                        <a:rPr lang="en-IN">
                          <a:effectLst/>
                        </a:rPr>
                        <a:t>ML-based Algorithm</a:t>
                      </a:r>
                    </a:p>
                  </a:txBody>
                  <a:tcPr marL="50800" marR="50800" anchor="ctr"/>
                </a:tc>
                <a:tc>
                  <a:txBody>
                    <a:bodyPr/>
                    <a:lstStyle/>
                    <a:p>
                      <a:pPr fontAlgn="base" latinLnBrk="0">
                        <a:buNone/>
                      </a:pPr>
                      <a:r>
                        <a:rPr lang="en-IN" dirty="0">
                          <a:effectLst/>
                        </a:rPr>
                        <a:t>Unstated</a:t>
                      </a:r>
                    </a:p>
                  </a:txBody>
                  <a:tcPr marL="50800" marR="50800" anchor="ctr"/>
                </a:tc>
                <a:extLst>
                  <a:ext uri="{0D108BD9-81ED-4DB2-BD59-A6C34878D82A}">
                    <a16:rowId xmlns:a16="http://schemas.microsoft.com/office/drawing/2014/main" val="4078587995"/>
                  </a:ext>
                </a:extLst>
              </a:tr>
              <a:tr h="2699771">
                <a:tc>
                  <a:txBody>
                    <a:bodyPr/>
                    <a:lstStyle/>
                    <a:p>
                      <a:pPr fontAlgn="base" latinLnBrk="0">
                        <a:buNone/>
                      </a:pPr>
                      <a:r>
                        <a:rPr lang="en-US">
                          <a:effectLst/>
                        </a:rPr>
                        <a:t>Automated Bone Marrow Cell Classification for Leukemia Diagnosis</a:t>
                      </a:r>
                    </a:p>
                  </a:txBody>
                  <a:tcPr marL="50800" marR="50800" anchor="ctr"/>
                </a:tc>
                <a:tc>
                  <a:txBody>
                    <a:bodyPr/>
                    <a:lstStyle/>
                    <a:p>
                      <a:pPr fontAlgn="base" latinLnBrk="0">
                        <a:buNone/>
                      </a:pPr>
                      <a:r>
                        <a:rPr lang="en-IN" dirty="0">
                          <a:effectLst/>
                        </a:rPr>
                        <a:t>Liu et al.</a:t>
                      </a:r>
                    </a:p>
                  </a:txBody>
                  <a:tcPr marL="50800" marR="50800" anchor="ctr"/>
                </a:tc>
                <a:tc>
                  <a:txBody>
                    <a:bodyPr/>
                    <a:lstStyle/>
                    <a:p>
                      <a:pPr fontAlgn="base" latinLnBrk="0">
                        <a:buNone/>
                      </a:pPr>
                      <a:r>
                        <a:rPr lang="en-IN">
                          <a:effectLst/>
                        </a:rPr>
                        <a:t>2022</a:t>
                      </a:r>
                    </a:p>
                  </a:txBody>
                  <a:tcPr marL="50800" marR="50800" anchor="ctr"/>
                </a:tc>
                <a:tc>
                  <a:txBody>
                    <a:bodyPr/>
                    <a:lstStyle/>
                    <a:p>
                      <a:pPr fontAlgn="base" latinLnBrk="0">
                        <a:buNone/>
                      </a:pPr>
                      <a:r>
                        <a:rPr lang="en-IN" dirty="0">
                          <a:effectLst/>
                        </a:rPr>
                        <a:t>Siamese Network, Triplet Loss</a:t>
                      </a:r>
                    </a:p>
                  </a:txBody>
                  <a:tcPr marL="50800" marR="50800" anchor="ctr"/>
                </a:tc>
                <a:tc>
                  <a:txBody>
                    <a:bodyPr/>
                    <a:lstStyle/>
                    <a:p>
                      <a:pPr fontAlgn="base" latinLnBrk="0">
                        <a:buNone/>
                      </a:pPr>
                      <a:r>
                        <a:rPr lang="en-US" dirty="0">
                          <a:effectLst/>
                        </a:rPr>
                        <a:t>Siamese networks manage class imbalance, precise leukemic cell recognition</a:t>
                      </a:r>
                    </a:p>
                  </a:txBody>
                  <a:tcPr marL="50800" marR="50800" anchor="ctr"/>
                </a:tc>
                <a:extLst>
                  <a:ext uri="{0D108BD9-81ED-4DB2-BD59-A6C34878D82A}">
                    <a16:rowId xmlns:a16="http://schemas.microsoft.com/office/drawing/2014/main" val="1873952717"/>
                  </a:ext>
                </a:extLst>
              </a:tr>
            </a:tbl>
          </a:graphicData>
        </a:graphic>
      </p:graphicFrame>
      <p:sp>
        <p:nvSpPr>
          <p:cNvPr id="122" name="Google Shape;122;p16">
            <a:extLst>
              <a:ext uri="{FF2B5EF4-FFF2-40B4-BE49-F238E27FC236}">
                <a16:creationId xmlns:a16="http://schemas.microsoft.com/office/drawing/2014/main" id="{08E4E1BE-CF5F-EB7E-80B3-8609FA52F0FE}"/>
              </a:ext>
            </a:extLst>
          </p:cNvPr>
          <p:cNvSpPr txBox="1"/>
          <p:nvPr/>
        </p:nvSpPr>
        <p:spPr>
          <a:xfrm>
            <a:off x="1290638" y="0"/>
            <a:ext cx="18095912" cy="1306513"/>
          </a:xfrm>
          <a:prstGeom prst="rect">
            <a:avLst/>
          </a:prstGeom>
          <a:noFill/>
          <a:ln>
            <a:noFill/>
          </a:ln>
        </p:spPr>
        <p:txBody>
          <a:bodyPr spcFirstLastPara="1" wrap="square" lIns="201000" tIns="100500" rIns="201000" bIns="100500" anchor="t" anchorCtr="0">
            <a:noAutofit/>
          </a:bodyPr>
          <a:lstStyle/>
          <a:p>
            <a:pPr marL="0" marR="0" lvl="0" indent="0" algn="ctr" rtl="0">
              <a:spcBef>
                <a:spcPts val="0"/>
              </a:spcBef>
              <a:spcAft>
                <a:spcPts val="0"/>
              </a:spcAft>
              <a:buNone/>
            </a:pPr>
            <a:r>
              <a:rPr lang="en-IN" sz="7000" b="1">
                <a:solidFill>
                  <a:srgbClr val="C00000"/>
                </a:solidFill>
                <a:latin typeface="Times New Roman"/>
                <a:ea typeface="Times New Roman"/>
                <a:cs typeface="Times New Roman"/>
                <a:sym typeface="Times New Roman"/>
              </a:rPr>
              <a:t>Literature Review </a:t>
            </a:r>
            <a:endParaRPr sz="7000" b="1">
              <a:solidFill>
                <a:srgbClr val="C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927180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0">
          <a:extLst>
            <a:ext uri="{FF2B5EF4-FFF2-40B4-BE49-F238E27FC236}">
              <a16:creationId xmlns:a16="http://schemas.microsoft.com/office/drawing/2014/main" id="{44F6BEC3-BD24-CA9F-EF7D-3F26CC71EC12}"/>
            </a:ext>
          </a:extLst>
        </p:cNvPr>
        <p:cNvGrpSpPr/>
        <p:nvPr/>
      </p:nvGrpSpPr>
      <p:grpSpPr>
        <a:xfrm>
          <a:off x="0" y="0"/>
          <a:ext cx="0" cy="0"/>
          <a:chOff x="0" y="0"/>
          <a:chExt cx="0" cy="0"/>
        </a:xfrm>
      </p:grpSpPr>
      <p:sp>
        <p:nvSpPr>
          <p:cNvPr id="151" name="Google Shape;151;p21">
            <a:extLst>
              <a:ext uri="{FF2B5EF4-FFF2-40B4-BE49-F238E27FC236}">
                <a16:creationId xmlns:a16="http://schemas.microsoft.com/office/drawing/2014/main" id="{960778E7-1E45-D219-42CA-BE3DC70862FB}"/>
              </a:ext>
            </a:extLst>
          </p:cNvPr>
          <p:cNvSpPr txBox="1"/>
          <p:nvPr/>
        </p:nvSpPr>
        <p:spPr>
          <a:xfrm>
            <a:off x="1290638" y="0"/>
            <a:ext cx="18095912" cy="1306513"/>
          </a:xfrm>
          <a:prstGeom prst="rect">
            <a:avLst/>
          </a:prstGeom>
          <a:noFill/>
          <a:ln>
            <a:noFill/>
          </a:ln>
        </p:spPr>
        <p:txBody>
          <a:bodyPr spcFirstLastPara="1" wrap="square" lIns="201000" tIns="100500" rIns="201000" bIns="100500" anchor="t" anchorCtr="0">
            <a:noAutofit/>
          </a:bodyPr>
          <a:lstStyle/>
          <a:p>
            <a:pPr marL="0" marR="0" lvl="0" indent="0" algn="ctr" rtl="0">
              <a:spcBef>
                <a:spcPts val="0"/>
              </a:spcBef>
              <a:spcAft>
                <a:spcPts val="0"/>
              </a:spcAft>
              <a:buNone/>
            </a:pPr>
            <a:r>
              <a:rPr lang="en-IN" sz="7000" b="1" dirty="0">
                <a:solidFill>
                  <a:srgbClr val="C00000"/>
                </a:solidFill>
                <a:latin typeface="Times New Roman"/>
                <a:ea typeface="Times New Roman"/>
                <a:cs typeface="Times New Roman"/>
                <a:sym typeface="Times New Roman"/>
              </a:rPr>
              <a:t>Dataset</a:t>
            </a:r>
            <a:endParaRPr sz="7000" b="1" dirty="0">
              <a:solidFill>
                <a:srgbClr val="C00000"/>
              </a:solidFill>
              <a:latin typeface="Times New Roman"/>
              <a:ea typeface="Times New Roman"/>
              <a:cs typeface="Times New Roman"/>
              <a:sym typeface="Times New Roman"/>
            </a:endParaRPr>
          </a:p>
        </p:txBody>
      </p:sp>
      <p:sp>
        <p:nvSpPr>
          <p:cNvPr id="152" name="Google Shape;152;p21">
            <a:extLst>
              <a:ext uri="{FF2B5EF4-FFF2-40B4-BE49-F238E27FC236}">
                <a16:creationId xmlns:a16="http://schemas.microsoft.com/office/drawing/2014/main" id="{BC3B9739-25F6-5B41-18BC-7A7DB13EAB9A}"/>
              </a:ext>
            </a:extLst>
          </p:cNvPr>
          <p:cNvSpPr txBox="1">
            <a:spLocks noGrp="1"/>
          </p:cNvSpPr>
          <p:nvPr>
            <p:ph idx="1"/>
          </p:nvPr>
        </p:nvSpPr>
        <p:spPr>
          <a:xfrm>
            <a:off x="757250" y="1770077"/>
            <a:ext cx="18097500" cy="8904600"/>
          </a:xfrm>
          <a:prstGeom prst="rect">
            <a:avLst/>
          </a:prstGeom>
          <a:noFill/>
          <a:ln>
            <a:noFill/>
          </a:ln>
        </p:spPr>
        <p:txBody>
          <a:bodyPr spcFirstLastPara="1" wrap="square" lIns="179475" tIns="89725" rIns="179475" bIns="89725" anchor="t" anchorCtr="0">
            <a:noAutofit/>
          </a:bodyPr>
          <a:lstStyle/>
          <a:p>
            <a:pPr marL="0" lvl="0" indent="0" algn="l" rtl="0">
              <a:lnSpc>
                <a:spcPct val="115000"/>
              </a:lnSpc>
              <a:spcBef>
                <a:spcPts val="0"/>
              </a:spcBef>
              <a:spcAft>
                <a:spcPts val="0"/>
              </a:spcAft>
              <a:buNone/>
            </a:pPr>
            <a:endParaRPr sz="2700" dirty="0">
              <a:latin typeface="Arial"/>
              <a:ea typeface="Arial"/>
              <a:cs typeface="Arial"/>
              <a:sym typeface="Arial"/>
            </a:endParaRPr>
          </a:p>
          <a:p>
            <a:pPr marL="0" lvl="0" indent="0" algn="l" rtl="0">
              <a:lnSpc>
                <a:spcPct val="115000"/>
              </a:lnSpc>
              <a:spcBef>
                <a:spcPts val="0"/>
              </a:spcBef>
              <a:spcAft>
                <a:spcPts val="0"/>
              </a:spcAft>
              <a:buNone/>
            </a:pPr>
            <a:endParaRPr sz="2700" dirty="0">
              <a:solidFill>
                <a:srgbClr val="000099"/>
              </a:solidFill>
              <a:latin typeface="Times New Roman"/>
              <a:ea typeface="Times New Roman"/>
              <a:cs typeface="Times New Roman"/>
              <a:sym typeface="Times New Roman"/>
            </a:endParaRPr>
          </a:p>
          <a:p>
            <a:pPr marL="669925" lvl="0" indent="-390525" algn="l" rtl="0">
              <a:spcBef>
                <a:spcPts val="880"/>
              </a:spcBef>
              <a:spcAft>
                <a:spcPts val="0"/>
              </a:spcAft>
              <a:buClr>
                <a:schemeClr val="dk1"/>
              </a:buClr>
              <a:buSzPts val="4400"/>
              <a:buNone/>
            </a:pPr>
            <a:endParaRPr sz="4400" dirty="0">
              <a:latin typeface="Times New Roman"/>
              <a:ea typeface="Times New Roman"/>
              <a:cs typeface="Times New Roman"/>
              <a:sym typeface="Times New Roman"/>
            </a:endParaRPr>
          </a:p>
          <a:p>
            <a:pPr marL="669925" lvl="0" indent="-269875" algn="l" rtl="0">
              <a:spcBef>
                <a:spcPts val="1260"/>
              </a:spcBef>
              <a:spcAft>
                <a:spcPts val="0"/>
              </a:spcAft>
              <a:buClr>
                <a:schemeClr val="dk1"/>
              </a:buClr>
              <a:buSzPts val="6300"/>
              <a:buNone/>
            </a:pPr>
            <a:endParaRPr dirty="0"/>
          </a:p>
        </p:txBody>
      </p:sp>
      <p:sp>
        <p:nvSpPr>
          <p:cNvPr id="5" name="TextBox 4">
            <a:extLst>
              <a:ext uri="{FF2B5EF4-FFF2-40B4-BE49-F238E27FC236}">
                <a16:creationId xmlns:a16="http://schemas.microsoft.com/office/drawing/2014/main" id="{D7BAB14E-676D-D686-6D2C-13A24EBB37C5}"/>
              </a:ext>
            </a:extLst>
          </p:cNvPr>
          <p:cNvSpPr txBox="1"/>
          <p:nvPr/>
        </p:nvSpPr>
        <p:spPr>
          <a:xfrm>
            <a:off x="1390760" y="2849363"/>
            <a:ext cx="17325753" cy="3416320"/>
          </a:xfrm>
          <a:prstGeom prst="rect">
            <a:avLst/>
          </a:prstGeom>
          <a:noFill/>
        </p:spPr>
        <p:txBody>
          <a:bodyPr wrap="square">
            <a:spAutoFit/>
          </a:bodyPr>
          <a:lstStyle/>
          <a:p>
            <a:pPr marL="457200" indent="-457200">
              <a:buFont typeface="Arial" panose="020B0604020202020204" pitchFamily="34" charset="0"/>
              <a:buChar char="•"/>
            </a:pPr>
            <a:r>
              <a:rPr lang="en-IN" sz="3600" b="0" i="0" dirty="0">
                <a:effectLst/>
              </a:rPr>
              <a:t>Matek, C., Krappe, S., </a:t>
            </a:r>
            <a:r>
              <a:rPr lang="en-IN" sz="3600" b="0" i="0" dirty="0" err="1">
                <a:effectLst/>
              </a:rPr>
              <a:t>Münzenmayer</a:t>
            </a:r>
            <a:r>
              <a:rPr lang="en-IN" sz="3600" b="0" i="0" dirty="0">
                <a:effectLst/>
              </a:rPr>
              <a:t>, C., </a:t>
            </a:r>
            <a:r>
              <a:rPr lang="en-IN" sz="3600" b="0" i="0" dirty="0" err="1">
                <a:effectLst/>
              </a:rPr>
              <a:t>Haferlach</a:t>
            </a:r>
            <a:r>
              <a:rPr lang="en-IN" sz="3600" b="0" i="0" dirty="0">
                <a:effectLst/>
              </a:rPr>
              <a:t>, T., &amp; Marr, C. (2021). </a:t>
            </a:r>
            <a:r>
              <a:rPr lang="en-IN" sz="3600" b="0" i="1" dirty="0">
                <a:effectLst/>
              </a:rPr>
              <a:t>An Expert-Annotated Dataset of Bone Marrow Cytology in Hematologic Malignancies</a:t>
            </a:r>
            <a:r>
              <a:rPr lang="en-IN" sz="3600" b="0" i="0" dirty="0">
                <a:effectLst/>
              </a:rPr>
              <a:t> (Version 1) [Data set]. The Cancer Imaging Archive. </a:t>
            </a:r>
            <a:r>
              <a:rPr lang="en-IN" sz="3600" b="0" i="0" u="none" strike="noStrike" dirty="0">
                <a:effectLst/>
                <a:hlinkClick r:id="rId3">
                  <a:extLst>
                    <a:ext uri="{A12FA001-AC4F-418D-AE19-62706E023703}">
                      <ahyp:hlinkClr xmlns:ahyp="http://schemas.microsoft.com/office/drawing/2018/hyperlinkcolor" val="tx"/>
                    </a:ext>
                  </a:extLst>
                </a:hlinkClick>
              </a:rPr>
              <a:t>https://doi.org/10.7937/TCIA.AXH3-T579</a:t>
            </a:r>
            <a:endParaRPr lang="en-IN" sz="3600" b="0" i="0" u="none" strike="noStrike" dirty="0">
              <a:effectLst/>
            </a:endParaRPr>
          </a:p>
          <a:p>
            <a:endParaRPr lang="en-IN" sz="3600" b="0" i="0" u="none" strike="noStrike" dirty="0">
              <a:effectLst/>
            </a:endParaRPr>
          </a:p>
          <a:p>
            <a:pPr marL="457200" indent="-457200">
              <a:buFont typeface="Arial" panose="020B0604020202020204" pitchFamily="34" charset="0"/>
              <a:buChar char="•"/>
            </a:pPr>
            <a:r>
              <a:rPr lang="en-US" sz="3600" dirty="0"/>
              <a:t>Bone Marrow Cell Classification - https://www.kaggle.com/datasets/andrewmvd/bone-marrow-cell-classification/data</a:t>
            </a:r>
          </a:p>
        </p:txBody>
      </p:sp>
    </p:spTree>
    <p:extLst>
      <p:ext uri="{BB962C8B-B14F-4D97-AF65-F5344CB8AC3E}">
        <p14:creationId xmlns:p14="http://schemas.microsoft.com/office/powerpoint/2010/main" val="3669209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1"/>
          <p:cNvSpPr txBox="1"/>
          <p:nvPr/>
        </p:nvSpPr>
        <p:spPr>
          <a:xfrm>
            <a:off x="1290638" y="0"/>
            <a:ext cx="18095912" cy="1306513"/>
          </a:xfrm>
          <a:prstGeom prst="rect">
            <a:avLst/>
          </a:prstGeom>
          <a:noFill/>
          <a:ln>
            <a:noFill/>
          </a:ln>
        </p:spPr>
        <p:txBody>
          <a:bodyPr spcFirstLastPara="1" wrap="square" lIns="201000" tIns="100500" rIns="201000" bIns="100500" anchor="t" anchorCtr="0">
            <a:noAutofit/>
          </a:bodyPr>
          <a:lstStyle/>
          <a:p>
            <a:pPr marL="0" marR="0" lvl="0" indent="0" algn="ctr" rtl="0">
              <a:spcBef>
                <a:spcPts val="0"/>
              </a:spcBef>
              <a:spcAft>
                <a:spcPts val="0"/>
              </a:spcAft>
              <a:buNone/>
            </a:pPr>
            <a:r>
              <a:rPr lang="en-IN" sz="7000" b="1" dirty="0">
                <a:solidFill>
                  <a:srgbClr val="C00000"/>
                </a:solidFill>
                <a:latin typeface="Times New Roman"/>
                <a:ea typeface="Times New Roman"/>
                <a:cs typeface="Times New Roman"/>
                <a:sym typeface="Times New Roman"/>
              </a:rPr>
              <a:t>Research gap  </a:t>
            </a:r>
            <a:endParaRPr sz="7000" b="1" dirty="0">
              <a:solidFill>
                <a:srgbClr val="C00000"/>
              </a:solidFill>
              <a:latin typeface="Times New Roman"/>
              <a:ea typeface="Times New Roman"/>
              <a:cs typeface="Times New Roman"/>
              <a:sym typeface="Times New Roman"/>
            </a:endParaRPr>
          </a:p>
        </p:txBody>
      </p:sp>
      <p:sp>
        <p:nvSpPr>
          <p:cNvPr id="152" name="Google Shape;152;p21"/>
          <p:cNvSpPr txBox="1">
            <a:spLocks noGrp="1"/>
          </p:cNvSpPr>
          <p:nvPr>
            <p:ph idx="1"/>
          </p:nvPr>
        </p:nvSpPr>
        <p:spPr>
          <a:xfrm>
            <a:off x="757250" y="1770077"/>
            <a:ext cx="18097500" cy="8904600"/>
          </a:xfrm>
          <a:prstGeom prst="rect">
            <a:avLst/>
          </a:prstGeom>
          <a:noFill/>
          <a:ln>
            <a:noFill/>
          </a:ln>
        </p:spPr>
        <p:txBody>
          <a:bodyPr spcFirstLastPara="1" wrap="square" lIns="179475" tIns="89725" rIns="179475" bIns="89725" anchor="t" anchorCtr="0">
            <a:noAutofit/>
          </a:bodyPr>
          <a:lstStyle/>
          <a:p>
            <a:pPr marL="0" lvl="0" indent="0" algn="l" rtl="0">
              <a:lnSpc>
                <a:spcPct val="115000"/>
              </a:lnSpc>
              <a:spcBef>
                <a:spcPts val="0"/>
              </a:spcBef>
              <a:spcAft>
                <a:spcPts val="0"/>
              </a:spcAft>
              <a:buNone/>
            </a:pPr>
            <a:endParaRPr sz="2700" dirty="0">
              <a:latin typeface="Arial"/>
              <a:ea typeface="Arial"/>
              <a:cs typeface="Arial"/>
              <a:sym typeface="Arial"/>
            </a:endParaRPr>
          </a:p>
          <a:p>
            <a:pPr marL="0" lvl="0" indent="0" algn="l" rtl="0">
              <a:lnSpc>
                <a:spcPct val="115000"/>
              </a:lnSpc>
              <a:spcBef>
                <a:spcPts val="0"/>
              </a:spcBef>
              <a:spcAft>
                <a:spcPts val="0"/>
              </a:spcAft>
              <a:buNone/>
            </a:pPr>
            <a:endParaRPr sz="2700" dirty="0">
              <a:solidFill>
                <a:srgbClr val="000099"/>
              </a:solidFill>
              <a:latin typeface="Times New Roman"/>
              <a:ea typeface="Times New Roman"/>
              <a:cs typeface="Times New Roman"/>
              <a:sym typeface="Times New Roman"/>
            </a:endParaRPr>
          </a:p>
          <a:p>
            <a:pPr marL="669925" lvl="0" indent="-390525" algn="l" rtl="0">
              <a:spcBef>
                <a:spcPts val="880"/>
              </a:spcBef>
              <a:spcAft>
                <a:spcPts val="0"/>
              </a:spcAft>
              <a:buClr>
                <a:schemeClr val="dk1"/>
              </a:buClr>
              <a:buSzPts val="4400"/>
              <a:buNone/>
            </a:pPr>
            <a:endParaRPr sz="4400" dirty="0">
              <a:latin typeface="Times New Roman"/>
              <a:ea typeface="Times New Roman"/>
              <a:cs typeface="Times New Roman"/>
              <a:sym typeface="Times New Roman"/>
            </a:endParaRPr>
          </a:p>
          <a:p>
            <a:pPr marL="669925" lvl="0" indent="-269875" algn="l" rtl="0">
              <a:spcBef>
                <a:spcPts val="1260"/>
              </a:spcBef>
              <a:spcAft>
                <a:spcPts val="0"/>
              </a:spcAft>
              <a:buClr>
                <a:schemeClr val="dk1"/>
              </a:buClr>
              <a:buSzPts val="6300"/>
              <a:buNone/>
            </a:pPr>
            <a:endParaRPr dirty="0"/>
          </a:p>
        </p:txBody>
      </p:sp>
      <p:sp>
        <p:nvSpPr>
          <p:cNvPr id="5" name="TextBox 4">
            <a:extLst>
              <a:ext uri="{FF2B5EF4-FFF2-40B4-BE49-F238E27FC236}">
                <a16:creationId xmlns:a16="http://schemas.microsoft.com/office/drawing/2014/main" id="{59EF8BD0-3164-467C-8CB7-E8D0E078DDEE}"/>
              </a:ext>
            </a:extLst>
          </p:cNvPr>
          <p:cNvSpPr txBox="1"/>
          <p:nvPr/>
        </p:nvSpPr>
        <p:spPr>
          <a:xfrm>
            <a:off x="1390760" y="2849363"/>
            <a:ext cx="17325753" cy="7294305"/>
          </a:xfrm>
          <a:prstGeom prst="rect">
            <a:avLst/>
          </a:prstGeom>
          <a:noFill/>
        </p:spPr>
        <p:txBody>
          <a:bodyPr wrap="square">
            <a:spAutoFit/>
          </a:bodyPr>
          <a:lstStyle/>
          <a:p>
            <a:pPr marL="457200" indent="-457200">
              <a:buFont typeface="Arial" panose="020B0604020202020204" pitchFamily="34" charset="0"/>
              <a:buChar char="•"/>
            </a:pPr>
            <a:r>
              <a:rPr lang="en-US" sz="3600" b="1" dirty="0"/>
              <a:t>Manual classification is slow, error-prone, and not scalable</a:t>
            </a:r>
          </a:p>
          <a:p>
            <a:r>
              <a:rPr lang="en-US" sz="3600" dirty="0"/>
              <a:t>	Pathologists must visually inspect bone marrow smears, which is time-consuming and    	subjective.</a:t>
            </a:r>
          </a:p>
          <a:p>
            <a:r>
              <a:rPr lang="en-US" sz="3600" dirty="0"/>
              <a:t>	Human fatigue and intra-observer variability reduce reliability.</a:t>
            </a:r>
          </a:p>
          <a:p>
            <a:r>
              <a:rPr lang="en-US" sz="3600" dirty="0"/>
              <a:t>	This approach cannot keep up with large-scale clinical workloads.</a:t>
            </a:r>
          </a:p>
          <a:p>
            <a:pPr marL="457200" indent="-457200">
              <a:buFont typeface="Arial" panose="020B0604020202020204" pitchFamily="34" charset="0"/>
              <a:buChar char="•"/>
            </a:pPr>
            <a:r>
              <a:rPr lang="en-US" sz="3600" b="1" dirty="0"/>
              <a:t>Some cell types are rare, leading to dataset imbalance</a:t>
            </a:r>
          </a:p>
          <a:p>
            <a:r>
              <a:rPr lang="en-US" sz="3600" dirty="0"/>
              <a:t>	Certain bone marrow cell types occur infrequently in samples.</a:t>
            </a:r>
          </a:p>
          <a:p>
            <a:r>
              <a:rPr lang="en-US" sz="3600" dirty="0"/>
              <a:t>	Deep learning models trained on imbalanced data 	tend to be biased toward majority 	classes.</a:t>
            </a:r>
          </a:p>
          <a:p>
            <a:r>
              <a:rPr lang="en-US" sz="3600" dirty="0"/>
              <a:t>	Rare but clinically significant cells are often misclassified, impacting diagnosis.</a:t>
            </a:r>
          </a:p>
          <a:p>
            <a:pPr marL="457200" indent="-457200">
              <a:buFont typeface="Arial" panose="020B0604020202020204" pitchFamily="34" charset="0"/>
              <a:buChar char="•"/>
            </a:pPr>
            <a:r>
              <a:rPr lang="en-US" sz="3600" b="1" dirty="0"/>
              <a:t>Fine-grained morphological differences are subtle and difficult to capture</a:t>
            </a:r>
          </a:p>
          <a:p>
            <a:pPr lvl="1"/>
            <a:r>
              <a:rPr lang="en-US" sz="3600" dirty="0"/>
              <a:t>Many bone marrow cells share very similar shapes and textures.</a:t>
            </a:r>
          </a:p>
          <a:p>
            <a:pPr lvl="1"/>
            <a:r>
              <a:rPr lang="en-US" sz="3600" dirty="0"/>
              <a:t>Small variations in nuclei, cytoplasm, or granules distinguish one class from another.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2"/>
          <p:cNvSpPr txBox="1"/>
          <p:nvPr/>
        </p:nvSpPr>
        <p:spPr>
          <a:xfrm>
            <a:off x="1519238" y="0"/>
            <a:ext cx="18095912" cy="1306513"/>
          </a:xfrm>
          <a:prstGeom prst="rect">
            <a:avLst/>
          </a:prstGeom>
          <a:noFill/>
          <a:ln>
            <a:noFill/>
          </a:ln>
        </p:spPr>
        <p:txBody>
          <a:bodyPr spcFirstLastPara="1" wrap="square" lIns="201000" tIns="100500" rIns="201000" bIns="100500" anchor="t" anchorCtr="0">
            <a:noAutofit/>
          </a:bodyPr>
          <a:lstStyle/>
          <a:p>
            <a:pPr marL="0" marR="0" lvl="0" indent="0" algn="ctr" rtl="0">
              <a:spcBef>
                <a:spcPts val="0"/>
              </a:spcBef>
              <a:spcAft>
                <a:spcPts val="0"/>
              </a:spcAft>
              <a:buNone/>
            </a:pPr>
            <a:r>
              <a:rPr lang="en-IN" sz="7000" b="1">
                <a:solidFill>
                  <a:srgbClr val="C00000"/>
                </a:solidFill>
                <a:latin typeface="Times New Roman"/>
                <a:ea typeface="Times New Roman"/>
                <a:cs typeface="Times New Roman"/>
                <a:sym typeface="Times New Roman"/>
              </a:rPr>
              <a:t>Objectives</a:t>
            </a:r>
            <a:endParaRPr sz="7000" b="1">
              <a:solidFill>
                <a:srgbClr val="C00000"/>
              </a:solidFill>
              <a:latin typeface="Times New Roman"/>
              <a:ea typeface="Times New Roman"/>
              <a:cs typeface="Times New Roman"/>
              <a:sym typeface="Times New Roman"/>
            </a:endParaRPr>
          </a:p>
        </p:txBody>
      </p:sp>
      <p:sp>
        <p:nvSpPr>
          <p:cNvPr id="6" name="Rectangle 3">
            <a:extLst>
              <a:ext uri="{FF2B5EF4-FFF2-40B4-BE49-F238E27FC236}">
                <a16:creationId xmlns:a16="http://schemas.microsoft.com/office/drawing/2014/main" id="{F0A8C96D-B88C-5D70-9729-320CEE2B8E1E}"/>
              </a:ext>
            </a:extLst>
          </p:cNvPr>
          <p:cNvSpPr>
            <a:spLocks noGrp="1" noChangeArrowheads="1"/>
          </p:cNvSpPr>
          <p:nvPr>
            <p:ph idx="1"/>
          </p:nvPr>
        </p:nvSpPr>
        <p:spPr bwMode="auto">
          <a:xfrm>
            <a:off x="887622" y="3852597"/>
            <a:ext cx="18349284"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develop deep learning models for fine-grained classification of bone marrow blood cells into 14 morphological classes.</a:t>
            </a:r>
          </a:p>
          <a:p>
            <a:pPr marL="0" indent="0" defTabSz="914400" eaLnBrk="0" fontAlgn="base" hangingPunct="0">
              <a:lnSpc>
                <a:spcPct val="100000"/>
              </a:lnSpc>
              <a:spcBef>
                <a:spcPct val="0"/>
              </a:spcBef>
              <a:spcAft>
                <a:spcPct val="0"/>
              </a:spcAft>
              <a:buClrTx/>
              <a:buSzTx/>
              <a:buFontTx/>
              <a:buChar char="•"/>
            </a:pPr>
            <a:r>
              <a:rPr kumimoji="0" lang="en-US" altLang="en-US" sz="3600" b="0" i="0" u="none" strike="noStrike" cap="none" normalizeH="0" baseline="0" dirty="0">
                <a:ln>
                  <a:noFill/>
                </a:ln>
                <a:solidFill>
                  <a:schemeClr val="tx1"/>
                </a:solidFill>
                <a:effectLst/>
                <a:latin typeface="Arial" panose="020B0604020202020204" pitchFamily="34" charset="0"/>
              </a:rPr>
              <a:t>To implement and evaluate </a:t>
            </a:r>
            <a:r>
              <a:rPr kumimoji="0" lang="en-US" altLang="en-US" sz="3600" b="1" i="0" u="none" strike="noStrike" cap="none" normalizeH="0" baseline="0" dirty="0">
                <a:ln>
                  <a:noFill/>
                </a:ln>
                <a:solidFill>
                  <a:schemeClr val="tx1"/>
                </a:solidFill>
                <a:effectLst/>
                <a:latin typeface="Arial" panose="020B0604020202020204" pitchFamily="34" charset="0"/>
              </a:rPr>
              <a:t>ResNet-50</a:t>
            </a:r>
            <a:r>
              <a:rPr kumimoji="0" lang="en-US" altLang="en-US" sz="3600" b="0" i="0" u="none" strike="noStrike" cap="none" normalizeH="0" baseline="0" dirty="0">
                <a:ln>
                  <a:noFill/>
                </a:ln>
                <a:solidFill>
                  <a:schemeClr val="tx1"/>
                </a:solidFill>
                <a:effectLst/>
                <a:latin typeface="Arial" panose="020B0604020202020204" pitchFamily="34" charset="0"/>
              </a:rPr>
              <a:t> (CNN) and </a:t>
            </a:r>
            <a:r>
              <a:rPr lang="en-IN" sz="3600" b="1">
                <a:solidFill>
                  <a:schemeClr val="tx1"/>
                </a:solidFill>
                <a:latin typeface="Arial" panose="020B0604020202020204" pitchFamily="34" charset="0"/>
              </a:rPr>
              <a:t>EfficientNetB5 </a:t>
            </a:r>
            <a:r>
              <a:rPr kumimoji="0" lang="en-US" altLang="en-US" sz="3600" b="0" i="0" u="none" strike="noStrike" cap="none" normalizeH="0" baseline="0">
                <a:ln>
                  <a:noFill/>
                </a:ln>
                <a:solidFill>
                  <a:schemeClr val="tx1"/>
                </a:solidFill>
                <a:effectLst/>
                <a:latin typeface="Arial" panose="020B0604020202020204" pitchFamily="34" charset="0"/>
              </a:rPr>
              <a:t>architectures </a:t>
            </a:r>
            <a:r>
              <a:rPr kumimoji="0" lang="en-US" altLang="en-US" sz="3600" b="0" i="0" u="none" strike="noStrike" cap="none" normalizeH="0" baseline="0" dirty="0">
                <a:ln>
                  <a:noFill/>
                </a:ln>
                <a:solidFill>
                  <a:schemeClr val="tx1"/>
                </a:solidFill>
                <a:effectLst/>
                <a:latin typeface="Arial" panose="020B0604020202020204" pitchFamily="34" charset="0"/>
              </a:rPr>
              <a:t>on the bone marrow cytology dataset.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compare the performance of CNN-based and Transformer-based approaches in terms of accuracy, precision, recall, and F1-score.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address challenges of </a:t>
            </a:r>
            <a:r>
              <a:rPr kumimoji="0" lang="en-US" altLang="en-US" sz="3600" b="1" i="0" u="none" strike="noStrike" cap="none" normalizeH="0" baseline="0" dirty="0">
                <a:ln>
                  <a:noFill/>
                </a:ln>
                <a:solidFill>
                  <a:schemeClr val="tx1"/>
                </a:solidFill>
                <a:effectLst/>
                <a:latin typeface="Arial" panose="020B0604020202020204" pitchFamily="34" charset="0"/>
              </a:rPr>
              <a:t>dataset imbalance</a:t>
            </a:r>
            <a:r>
              <a:rPr kumimoji="0" lang="en-US" altLang="en-US" sz="3600" b="0" i="0" u="none" strike="noStrike" cap="none" normalizeH="0" baseline="0" dirty="0">
                <a:ln>
                  <a:noFill/>
                </a:ln>
                <a:solidFill>
                  <a:schemeClr val="tx1"/>
                </a:solidFill>
                <a:effectLst/>
                <a:latin typeface="Arial" panose="020B0604020202020204" pitchFamily="34" charset="0"/>
              </a:rPr>
              <a:t> and </a:t>
            </a:r>
            <a:r>
              <a:rPr kumimoji="0" lang="en-US" altLang="en-US" sz="3600" b="1" i="0" u="none" strike="noStrike" cap="none" normalizeH="0" baseline="0" dirty="0">
                <a:ln>
                  <a:noFill/>
                </a:ln>
                <a:solidFill>
                  <a:schemeClr val="tx1"/>
                </a:solidFill>
                <a:effectLst/>
                <a:latin typeface="Arial" panose="020B0604020202020204" pitchFamily="34" charset="0"/>
              </a:rPr>
              <a:t>subtle morphological differences</a:t>
            </a:r>
            <a:r>
              <a:rPr kumimoji="0" lang="en-US" altLang="en-US" sz="3600" b="0" i="0" u="none" strike="noStrike" cap="none" normalizeH="0" baseline="0" dirty="0">
                <a:ln>
                  <a:noFill/>
                </a:ln>
                <a:solidFill>
                  <a:schemeClr val="tx1"/>
                </a:solidFill>
                <a:effectLst/>
                <a:latin typeface="Arial" panose="020B0604020202020204" pitchFamily="34" charset="0"/>
              </a:rPr>
              <a:t> in bone marrow cell images using preprocessing and augmentation techniques.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assist pathologists by building an automated, reliable, and scalable diagnostic support system for hematological disorders.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4"/>
          <p:cNvSpPr txBox="1"/>
          <p:nvPr/>
        </p:nvSpPr>
        <p:spPr>
          <a:xfrm>
            <a:off x="1519238" y="0"/>
            <a:ext cx="18095912" cy="1306513"/>
          </a:xfrm>
          <a:prstGeom prst="rect">
            <a:avLst/>
          </a:prstGeom>
          <a:noFill/>
          <a:ln>
            <a:noFill/>
          </a:ln>
        </p:spPr>
        <p:txBody>
          <a:bodyPr spcFirstLastPara="1" wrap="square" lIns="201000" tIns="100500" rIns="201000" bIns="100500" anchor="t" anchorCtr="0">
            <a:noAutofit/>
          </a:bodyPr>
          <a:lstStyle/>
          <a:p>
            <a:pPr marL="0" marR="0" lvl="0" indent="0" algn="ctr" rtl="0">
              <a:spcBef>
                <a:spcPts val="0"/>
              </a:spcBef>
              <a:spcAft>
                <a:spcPts val="0"/>
              </a:spcAft>
              <a:buNone/>
            </a:pPr>
            <a:r>
              <a:rPr lang="en-IN" sz="7000" b="1">
                <a:solidFill>
                  <a:srgbClr val="C00000"/>
                </a:solidFill>
                <a:latin typeface="Times New Roman"/>
                <a:ea typeface="Times New Roman"/>
                <a:cs typeface="Times New Roman"/>
                <a:sym typeface="Times New Roman"/>
              </a:rPr>
              <a:t>References</a:t>
            </a:r>
            <a:endParaRPr/>
          </a:p>
        </p:txBody>
      </p:sp>
      <p:sp>
        <p:nvSpPr>
          <p:cNvPr id="9" name="TextBox 8">
            <a:extLst>
              <a:ext uri="{FF2B5EF4-FFF2-40B4-BE49-F238E27FC236}">
                <a16:creationId xmlns:a16="http://schemas.microsoft.com/office/drawing/2014/main" id="{494BF47A-2699-95F0-7D89-FEA15A92D14B}"/>
              </a:ext>
            </a:extLst>
          </p:cNvPr>
          <p:cNvSpPr txBox="1"/>
          <p:nvPr/>
        </p:nvSpPr>
        <p:spPr>
          <a:xfrm>
            <a:off x="1753848" y="3117957"/>
            <a:ext cx="17133759" cy="6494085"/>
          </a:xfrm>
          <a:prstGeom prst="rect">
            <a:avLst/>
          </a:prstGeom>
          <a:noFill/>
        </p:spPr>
        <p:txBody>
          <a:bodyPr wrap="square" rtlCol="0">
            <a:spAutoFit/>
          </a:bodyPr>
          <a:lstStyle/>
          <a:p>
            <a:pPr marL="457200" indent="-457200">
              <a:buFont typeface="Arial" panose="020B0604020202020204" pitchFamily="34" charset="0"/>
              <a:buChar char="•"/>
            </a:pPr>
            <a:r>
              <a:rPr lang="en-IN" sz="3200" dirty="0"/>
              <a:t>Zeng, X. et al. "A novel strategy to improve bone marrow cell classification using hierarchical deep learning models." ScienceDirect, 2024.</a:t>
            </a:r>
          </a:p>
          <a:p>
            <a:pPr marL="457200" indent="-457200">
              <a:buFont typeface="Arial" panose="020B0604020202020204" pitchFamily="34" charset="0"/>
              <a:buChar char="•"/>
            </a:pPr>
            <a:r>
              <a:rPr lang="en-IN" sz="3200" dirty="0"/>
              <a:t>Zhou, T. et al. "Recent advancements in machine learning for bone marrow cell identification." Frontiers in Medicine, 2024.</a:t>
            </a:r>
          </a:p>
          <a:p>
            <a:pPr marL="457200" indent="-457200">
              <a:buFont typeface="Arial" panose="020B0604020202020204" pitchFamily="34" charset="0"/>
              <a:buChar char="•"/>
            </a:pPr>
            <a:r>
              <a:rPr lang="en-IN" sz="3200" dirty="0"/>
              <a:t>Liu, Y. et al. "Automated Bone Marrow Cell Classification for </a:t>
            </a:r>
            <a:r>
              <a:rPr lang="en-IN" sz="3200" dirty="0" err="1"/>
              <a:t>Leukemia</a:t>
            </a:r>
            <a:r>
              <a:rPr lang="en-IN" sz="3200" dirty="0"/>
              <a:t> Diagnosis using a Siamese Network." PMC, 2022.</a:t>
            </a:r>
          </a:p>
          <a:p>
            <a:pPr marL="457200" indent="-457200">
              <a:buFont typeface="Arial" panose="020B0604020202020204" pitchFamily="34" charset="0"/>
              <a:buChar char="•"/>
            </a:pPr>
            <a:r>
              <a:rPr lang="en-IN" sz="3200" dirty="0"/>
              <a:t>Ortner, J. et al. "High-accuracy morphological identification of bone marrow cells using deep neural networks." Nature Scientific Reports, 2023.</a:t>
            </a:r>
          </a:p>
          <a:p>
            <a:pPr marL="457200" indent="-457200">
              <a:buFont typeface="Arial" panose="020B0604020202020204" pitchFamily="34" charset="0"/>
              <a:buChar char="•"/>
            </a:pPr>
            <a:r>
              <a:rPr lang="en-IN" sz="3200" dirty="0"/>
              <a:t>Gupta, S. et al. "Models for the marrow: A comprehensive review of AI‐based cell classification in </a:t>
            </a:r>
            <a:r>
              <a:rPr lang="en-IN" sz="3200" dirty="0" err="1"/>
              <a:t>hematology</a:t>
            </a:r>
            <a:r>
              <a:rPr lang="en-IN" sz="3200" dirty="0"/>
              <a:t>." PMC, 2024.</a:t>
            </a:r>
          </a:p>
          <a:p>
            <a:pPr marL="457200" indent="-457200">
              <a:buFont typeface="Arial" panose="020B0604020202020204" pitchFamily="34" charset="0"/>
              <a:buChar char="•"/>
            </a:pPr>
            <a:r>
              <a:rPr lang="en-IN" sz="3200" dirty="0"/>
              <a:t>Comprehensive review of AI‐based cell classification in </a:t>
            </a:r>
            <a:r>
              <a:rPr lang="en-IN" sz="3200" dirty="0" err="1"/>
              <a:t>hematology</a:t>
            </a:r>
            <a:r>
              <a:rPr lang="en-IN" sz="3200" dirty="0"/>
              <a:t>. Wiley, 2024.</a:t>
            </a:r>
          </a:p>
          <a:p>
            <a:pPr marL="457200" indent="-457200">
              <a:buFont typeface="Arial" panose="020B0604020202020204" pitchFamily="34" charset="0"/>
              <a:buChar char="•"/>
            </a:pPr>
            <a:r>
              <a:rPr lang="en-IN" sz="3200" dirty="0"/>
              <a:t>Wang, H. et al. "A machine-learning-based algorithm for bone marrow cell identification." ScienceDirect, 2024.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5"/>
          <p:cNvSpPr/>
          <p:nvPr/>
        </p:nvSpPr>
        <p:spPr>
          <a:xfrm>
            <a:off x="669924" y="352743"/>
            <a:ext cx="18767425" cy="2895600"/>
          </a:xfrm>
          <a:prstGeom prst="rect">
            <a:avLst/>
          </a:prstGeom>
          <a:noFill/>
          <a:ln>
            <a:noFill/>
          </a:ln>
        </p:spPr>
        <p:txBody>
          <a:bodyPr spcFirstLastPara="1" wrap="square" lIns="201000" tIns="100500" rIns="201000" bIns="100500" anchor="t" anchorCtr="0">
            <a:noAutofit/>
          </a:bodyPr>
          <a:lstStyle/>
          <a:p>
            <a:pPr marL="0" marR="0" lvl="0" indent="0" algn="ctr" rtl="0">
              <a:spcBef>
                <a:spcPts val="0"/>
              </a:spcBef>
              <a:spcAft>
                <a:spcPts val="0"/>
              </a:spcAft>
              <a:buNone/>
            </a:pPr>
            <a:r>
              <a:rPr lang="en-IN" sz="17500" b="1" dirty="0">
                <a:solidFill>
                  <a:srgbClr val="C00000"/>
                </a:solidFill>
                <a:latin typeface="Arial Black"/>
                <a:ea typeface="Arial Black"/>
                <a:cs typeface="Arial Black"/>
                <a:sym typeface="Arial Black"/>
              </a:rPr>
              <a:t>Thank You</a:t>
            </a:r>
            <a:endParaRPr dirty="0"/>
          </a:p>
        </p:txBody>
      </p:sp>
      <p:pic>
        <p:nvPicPr>
          <p:cNvPr id="187" name="Google Shape;187;p25" descr="Related image"/>
          <p:cNvPicPr preferRelativeResize="0"/>
          <p:nvPr/>
        </p:nvPicPr>
        <p:blipFill rotWithShape="1">
          <a:blip r:embed="rId3">
            <a:alphaModFix/>
          </a:blip>
          <a:srcRect t="3442"/>
          <a:stretch/>
        </p:blipFill>
        <p:spPr>
          <a:xfrm>
            <a:off x="7691438" y="4284663"/>
            <a:ext cx="5149850" cy="6188075"/>
          </a:xfrm>
          <a:prstGeom prst="rect">
            <a:avLst/>
          </a:prstGeom>
          <a:noFill/>
          <a:ln>
            <a:noFill/>
          </a:ln>
        </p:spPr>
      </p:pic>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865</TotalTime>
  <Words>970</Words>
  <Application>Microsoft Office PowerPoint</Application>
  <PresentationFormat>Custom</PresentationFormat>
  <Paragraphs>97</Paragraphs>
  <Slides>10</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 Light</vt:lpstr>
      <vt:lpstr>Arial Black</vt:lpstr>
      <vt:lpstr>Algerian</vt:lpstr>
      <vt:lpstr>Times New Roman</vt:lpstr>
      <vt:lpstr>Calibri</vt:lpstr>
      <vt:lpstr>Retrospect</vt:lpstr>
      <vt:lpstr>PowerPoint Presentation</vt:lpstr>
      <vt:lpstr>PowerPoint Presentation</vt:lpstr>
      <vt:lpstr>Literature Review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analamr</dc:creator>
  <cp:lastModifiedBy>Veerasagar SS</cp:lastModifiedBy>
  <cp:revision>11</cp:revision>
  <dcterms:modified xsi:type="dcterms:W3CDTF">2025-09-26T20:35:50Z</dcterms:modified>
</cp:coreProperties>
</file>